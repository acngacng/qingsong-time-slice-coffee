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d0c00514024b04" /><Relationship Type="http://schemas.openxmlformats.org/officeDocument/2006/relationships/extended-properties" Target="/docProps/app.xml" Id="Rb5b987b43015403c" /><Relationship Type="http://schemas.openxmlformats.org/officeDocument/2006/relationships/officeDocument" Target="/ppt/presentation.xml" Id="Ra146fdac237243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ec6821e73a45db"/>
  </p:sldMasterIdLst>
  <p:notesMasterIdLst>
    <p:notesMasterId xmlns:r="http://schemas.openxmlformats.org/officeDocument/2006/relationships" r:id="R05979c6ea13f4d8a"/>
  </p:notesMasterIdLst>
  <p:sldIdLst>
    <p:sldId xmlns:r="http://schemas.openxmlformats.org/officeDocument/2006/relationships" id="256" r:id="R4325172f96be4130"/>
    <p:sldId xmlns:r="http://schemas.openxmlformats.org/officeDocument/2006/relationships" id="257" r:id="Rdfa73189e2854a13"/>
    <p:sldId xmlns:r="http://schemas.openxmlformats.org/officeDocument/2006/relationships" id="258" r:id="Ref90709ca7f947c9"/>
    <p:sldId xmlns:r="http://schemas.openxmlformats.org/officeDocument/2006/relationships" id="259" r:id="Rb98ea49f83f94661"/>
    <p:sldId xmlns:r="http://schemas.openxmlformats.org/officeDocument/2006/relationships" id="260" r:id="Ra1d58d4cb2d14a03"/>
    <p:sldId xmlns:r="http://schemas.openxmlformats.org/officeDocument/2006/relationships" id="261" r:id="R9771a74dbc88408f"/>
    <p:sldId xmlns:r="http://schemas.openxmlformats.org/officeDocument/2006/relationships" id="262" r:id="R345abdeb7fe24fa2"/>
    <p:sldId xmlns:r="http://schemas.openxmlformats.org/officeDocument/2006/relationships" id="263" r:id="R6a9d61c3dde042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c6821e73a45db" /><Relationship Type="http://schemas.openxmlformats.org/officeDocument/2006/relationships/theme" Target="/ppt/theme/theme1.xml" Id="R4eacb97271654dd0" /><Relationship Type="http://schemas.openxmlformats.org/officeDocument/2006/relationships/notesMaster" Target="/ppt/notesMasters/notesMaster1.xml" Id="R05979c6ea13f4d8a" /><Relationship Type="http://schemas.openxmlformats.org/officeDocument/2006/relationships/presProps" Target="/ppt/presProps.xml" Id="Rcca918b2f56f4797" /><Relationship Type="http://schemas.openxmlformats.org/officeDocument/2006/relationships/viewProps" Target="/ppt/viewProps.xml" Id="R8bfc697d14d34936" /><Relationship Type="http://schemas.openxmlformats.org/officeDocument/2006/relationships/tableStyles" Target="/ppt/tableStyles.xml" Id="Rb536c960a4544305" /><Relationship Type="http://schemas.openxmlformats.org/officeDocument/2006/relationships/slide" Target="/ppt/slides/slide1.xml" Id="R4325172f96be4130" /><Relationship Type="http://schemas.openxmlformats.org/officeDocument/2006/relationships/slide" Target="/ppt/slides/slide2.xml" Id="Rdfa73189e2854a13" /><Relationship Type="http://schemas.openxmlformats.org/officeDocument/2006/relationships/slide" Target="/ppt/slides/slide3.xml" Id="Ref90709ca7f947c9" /><Relationship Type="http://schemas.openxmlformats.org/officeDocument/2006/relationships/slide" Target="/ppt/slides/slide4.xml" Id="Rb98ea49f83f94661" /><Relationship Type="http://schemas.openxmlformats.org/officeDocument/2006/relationships/slide" Target="/ppt/slides/slide5.xml" Id="Ra1d58d4cb2d14a03" /><Relationship Type="http://schemas.openxmlformats.org/officeDocument/2006/relationships/slide" Target="/ppt/slides/slide6.xml" Id="R9771a74dbc88408f" /><Relationship Type="http://schemas.openxmlformats.org/officeDocument/2006/relationships/slide" Target="/ppt/slides/slide7.xml" Id="R345abdeb7fe24fa2" /><Relationship Type="http://schemas.openxmlformats.org/officeDocument/2006/relationships/slide" Target="/ppt/slides/slide8.xml" Id="R6a9d61c3dde042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6717503543f4a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cec8e9fae84ff2" /><Relationship Type="http://schemas.openxmlformats.org/officeDocument/2006/relationships/notesMaster" Target="/ppt/notesMasters/notesMaster1.xml" Id="R47d984ce4e5f47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5d5bd925b64bfd" /><Relationship Type="http://schemas.openxmlformats.org/officeDocument/2006/relationships/notesMaster" Target="/ppt/notesMasters/notesMaster1.xml" Id="R3aec5eb3ad8d4c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53aac441d64460" /><Relationship Type="http://schemas.openxmlformats.org/officeDocument/2006/relationships/notesMaster" Target="/ppt/notesMasters/notesMaster1.xml" Id="Rab27e608c64b4c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3a9a24aa7a4937" /><Relationship Type="http://schemas.openxmlformats.org/officeDocument/2006/relationships/notesMaster" Target="/ppt/notesMasters/notesMaster1.xml" Id="R77436698e25b47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4c04d97a224ed7" /><Relationship Type="http://schemas.openxmlformats.org/officeDocument/2006/relationships/notesMaster" Target="/ppt/notesMasters/notesMaster1.xml" Id="Rc0fc270ae81848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6e5e4a32bc40bc" /><Relationship Type="http://schemas.openxmlformats.org/officeDocument/2006/relationships/notesMaster" Target="/ppt/notesMasters/notesMaster1.xml" Id="R0e00d91ddb3a40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72186859ae46f0" /><Relationship Type="http://schemas.openxmlformats.org/officeDocument/2006/relationships/notesMaster" Target="/ppt/notesMasters/notesMaster1.xml" Id="Rcda9d99c0f4f43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7642c35a1f438b" /><Relationship Type="http://schemas.openxmlformats.org/officeDocument/2006/relationships/notesMaster" Target="/ppt/notesMasters/notesMaster1.xml" Id="R53b0d43a99ca45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858e722a6341f7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1b5950bf34e19" /><Relationship Type="http://schemas.openxmlformats.org/officeDocument/2006/relationships/theme" Target="/ppt/theme/theme1.xml" Id="R1385d6c5f2084c68" /><Relationship Type="http://schemas.openxmlformats.org/officeDocument/2006/relationships/slideLayout" Target="/ppt/slideLayouts/slideLayout2.xml" Id="R84f89e98bc2441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1cf1b5950bf34e19"/>
    <p:sldLayoutId xmlns:r="http://schemas.openxmlformats.org/officeDocument/2006/relationships" id="2147483649" r:id="R84f89e98bc2441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f7e235d754f4b" /><Relationship Type="http://schemas.openxmlformats.org/officeDocument/2006/relationships/image" Target="/ppt/media/image.png" Id="R72a4e6c874174e5e" /><Relationship Type="http://schemas.openxmlformats.org/officeDocument/2006/relationships/notesSlide" Target="/ppt/notesSlides/notesSlide1.xml" Id="R894d0c1fbe734e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24a86426954b20" /><Relationship Type="http://schemas.openxmlformats.org/officeDocument/2006/relationships/image" Target="/ppt/media/image2.png" Id="R64e12a348a1a41ef" /><Relationship Type="http://schemas.openxmlformats.org/officeDocument/2006/relationships/notesSlide" Target="/ppt/notesSlides/notesSlide2.xml" Id="R8042dd2375104b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1e286ed33c4609" /><Relationship Type="http://schemas.openxmlformats.org/officeDocument/2006/relationships/notesSlide" Target="/ppt/notesSlides/notesSlide3.xml" Id="R156561c125714e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85d99494ac4fb9" /><Relationship Type="http://schemas.openxmlformats.org/officeDocument/2006/relationships/notesSlide" Target="/ppt/notesSlides/notesSlide4.xml" Id="Ra08046fc9efa40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470cb8079748ef" /><Relationship Type="http://schemas.openxmlformats.org/officeDocument/2006/relationships/image" Target="/ppt/media/image3.png" Id="Ra48b70ee39094b08" /><Relationship Type="http://schemas.openxmlformats.org/officeDocument/2006/relationships/notesSlide" Target="/ppt/notesSlides/notesSlide5.xml" Id="Rb09a4129a11349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20a9f9cd774693" /><Relationship Type="http://schemas.openxmlformats.org/officeDocument/2006/relationships/notesSlide" Target="/ppt/notesSlides/notesSlide6.xml" Id="R03f8fe5afb8d4a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e9d4a2e7a4419" /><Relationship Type="http://schemas.openxmlformats.org/officeDocument/2006/relationships/notesSlide" Target="/ppt/notesSlides/notesSlide7.xml" Id="Rd544b1916d334e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55dfe7c38d4934" /><Relationship Type="http://schemas.openxmlformats.org/officeDocument/2006/relationships/image" Target="/ppt/media/image4.png" Id="Recc302411dd84be4" /><Relationship Type="http://schemas.openxmlformats.org/officeDocument/2006/relationships/notesSlide" Target="/ppt/notesSlides/notesSlide8.xml" Id="R0a3cb68a82fb48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365BEA-0513-4A6F-A50C-AE65CDD0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4e6c874174e5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D43DB-6A08-4F47-853B-26C7929C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787FC-9F18-4EB4-A4C1-F381C875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A02DA-DF53-4228-A924-A8280062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5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0CAA8F5A-7660-4623-BEBB-ACB985C7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048F3399-C042-4D44-982B-90051CEC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BE0C4A-CDDE-487C-AAE0-1FB4D993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491DF1-13A6-404F-8C6F-B1FC243C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7122A-BA95-4F04-BB99-EAA3F5DB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914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7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B9879-6A5F-40F4-8AC7-025B4B9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E57E0-4A2C-422F-9494-100CC0BF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902"/>
            </a:srgbClr>
          </a:solidFill>
          <a:ln xmlns:a="http://schemas.openxmlformats.org/drawingml/2006/main" w="10478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1DFFB-AE3E-4A8D-AC6B-C88F1BCB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FFA1A-8694-4681-AACD-827B5B9C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3CA7D-A76A-44C4-ACEF-826607CD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7F89C-7791-4E6E-95F7-95953B23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D24B4-543B-4D55-AD45-EEDDC5F5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DBC6A6-B560-41CC-8158-48EB0F9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A6B730-FB3C-4C5F-9AE6-6B05F914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86A5F-E5C5-4776-B2EE-B9C29959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35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840BE5-554B-4617-8B09-77D7069A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E72D53-9292-4153-A965-EDEA5AAA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63449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36E24F-C0B3-4585-BF32-A5178873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8196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TS-001 / AI FRONTIER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0B8FB5-79BE-4615-92A1-13188CB2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6DF3A7-051E-41A0-B115-9E397D83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0067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TODAY'S SLICE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F182E3-D4E1-4133-8FEC-6EF8DC16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381625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6ABD17-8E47-417C-B0BE-BF2BE499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BREW REGULAR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FD641C-B0D4-4679-9105-16D3D2A2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6959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SERVED HOT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D1FBF2-9BA2-4F18-8CEC-AE7E14AC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695950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D88BD9-BD0D-4C16-86B1-E7A6BDC5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2920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for the AI age.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86B44-D3CA-4959-8494-7F1AF5E9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8EE8A-FB07-48F0-BF44-6E388DB4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408140-42C1-475E-91F9-14D0367D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622522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1D718-76A7-44CE-B095-9C16D6E9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12a348a1a41e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876C6-A4E5-4DE7-8EA2-5AEE1E79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65E55-3520-4024-A2C6-FD65D04E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8C2B925F-69BF-4E4C-A4AF-DE0BD45B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8D05A21-12A7-4A3C-82F1-593750F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1FD98-2E2A-4256-A783-41EC13F9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788B4-028D-472C-BD76-51DEFD7C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9C4C3-32B9-4DDC-9075-06508AFE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44FA2-A32D-453D-9EA5-181A860B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2952F-DA4A-4386-BD8D-E9EE8F48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2B93F-B5F2-4B8A-B7FA-59FA1B86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701A1-3472-4A56-921B-1689426F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0A2F8-E88D-48B0-8517-3573177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9410B-219F-4325-896E-DC3A996F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43943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83D94D-2E3B-43D5-A209-E52FEB13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33B4960-5927-4D86-AE19-04DC28F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7460E66-B437-4411-BAFB-BD8F9FF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5ED35-EC37-49DF-9C02-4834AA2A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5435-AF2B-4F27-9775-99B0FF9A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9519A-B1F7-4EE0-961F-9D414E72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06138-BB52-4ED6-B041-AD90EC5C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2169-68A5-4A30-B4C5-81630592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B9253-D03D-41EA-AAC9-BB81ADA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FD1D0-0451-4D2B-A8E8-6601C467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AFDA8-8B84-4C96-88E5-0ACF0421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3C904-1504-443B-AF71-48156F5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BC916-3717-4E62-9064-6D12255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2BF8F-2FD9-44D8-8E5C-0F887A2A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89329-D666-4BFF-A841-AB4978D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DC51B-2C23-466B-9F54-F703AAC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26B25-2646-4EF5-B419-D53FCCE5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E81A6-8AE8-4094-868C-21C2EA9F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2062D-4432-4F07-B771-777B181C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73613-AEA4-4904-B8D6-9CD99D80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84D5F-822C-4369-AD1E-C067FD84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C4C33-16B6-4D3D-B0B5-DA12E06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AADEB-4941-4A87-844C-1461F3E0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7145">
            <a:solidFill>
              <a:srgbClr val="15100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791CF-B3B3-416E-AF55-871B6F46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A18CD-DC23-443A-B1C4-7679ABB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NEW CATEGORY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9EF5E-92A9-4672-8F69-B923068B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81A16-8462-4B6F-8A73-3210A48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49451-16F6-4984-BB78-A233D950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62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FA0B7-7A8F-4FCE-AF1D-407965D0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292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5482E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7FE452-C11F-41BE-BED2-5C90E1EE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EC774-CEFB-498F-80DB-D7CD714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031C43-18F1-4816-AD75-85FC92B5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9055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Packaged understanding becomes a product.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3F8DD2-6ADC-4B36-8658-6AEAFF18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CB41FD-B303-40E6-9F38-B2789AA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BEB9FE-DD8A-4548-BD96-7E1E7D6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401861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3803A-43B6-40E1-99A1-C686DACE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148384CE-D54A-443F-BEFD-13A120BB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3AA2211D-04B2-4F3B-B4FD-B1C0BD98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682E-5319-46F3-B8C2-41A99CBA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2D41E-A935-4AA8-AF6F-A879823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1DA48-D99D-4570-BCF2-37A925C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52B23-8BE8-4775-8C33-6C73DBB2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44C71-2DBA-4810-9150-1859AD6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6FF23-58BD-4846-8FC7-40837D2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E73AF-667A-4266-9C20-9CCD6FE3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9DB08-0600-4336-ACB9-4D97DFF8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CF8D5-B66D-498D-B259-06948D4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77490-9AFC-4EC6-BE99-44ADC81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F5F6B-2F55-472E-8661-F993092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3868E-97C7-4484-8EFA-46E20586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1FEA9-5887-4CBA-AC0D-2992D004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03EE7-B649-4F01-9343-0BA8DA27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8C68-235B-4241-B943-640AEA22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E740B-EF5E-4CAE-AF64-B84E5A20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7E657-5E68-4B17-8C79-D3AB262F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AEE32-5AA1-4639-A212-2B29771C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E90C9-E7A7-4516-9846-59DEE46A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41570D-4669-4C49-93FD-0C3A8F5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3DAE1-73EA-4148-A208-0EA23116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5E360-E650-4FA1-BDF3-C5132A61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43921-D1AA-44C2-80BA-DA168D2A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EC021-3DAC-4A2C-A75C-6182D4A2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7B4AB-DF39-49C9-B5F2-236E049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5EB15-45ED-4E7C-A63C-003A332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7FB1F-324B-4DD9-9E31-684AD4C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F3303-6B18-4716-8FED-EEB6DB9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2AE60-9789-4B2B-942A-D8CAD3A5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6DB544-CCA3-4A76-B6D8-AE0B31B8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18B758-93F7-47EE-9330-0676B5D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E0E75-5A79-4AEA-B9D0-BC904CFE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5C20F2-10D6-438B-A10E-CA546D0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3E117-9B18-4B1B-802D-81A20446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43350"/>
            <a:ext cx="44577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B7663D-9564-4E2D-8464-F0929B9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RECEIPT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2F2496-990E-40D7-8D26-E0FAEF16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14800"/>
            <a:ext cx="2419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Information coffee is ordered as a label schema.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4B7BC1-3259-4BE4-8733-A79F25E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7F590C-5458-4CD9-B4A8-8C35CE93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251785-FF12-4805-AFC6-099D1EC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01  SHELF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93751C-4018-4ECA-BC1A-E2D0B7FB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9AD7C0-EAB3-4DE3-85A6-D76FA5F3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FE9BC6-83DF-4B3A-84C8-45DDEF41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02  RAW SIGNAL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05F460-78C0-431A-8610-3DE38D65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B60E98-D1C2-4F75-B66F-6A7E79FF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A95DC-A12C-4981-95D3-64388B3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03  PERSONA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D31FEE-D14E-4B7A-B833-1716F7D9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16AB2F-4544-4157-919F-492A475D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B6802B-0C2B-430A-87BF-5D4ED61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04  DENSITY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C17A8-772E-40BC-B805-9D5325C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8908C8-876C-4AB0-ABC0-C05777F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09FA40-375F-4EE0-A380-00FBAF4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05  SERVED MODE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8DE4F-DAB1-4F5C-9317-37704EB2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0E1039-A934-492E-857C-BB5F376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CFC493-DA2B-4232-8F15-16A8C6B7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06  BREW RESULT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325997-7B53-404C-A62C-D2136A9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BA9455-F2E9-4095-86CB-0C985F2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B14766-C909-4AD1-8A5D-69459B74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49867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69F7DA-EA3F-4749-A65A-A4E8B861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b70ee39094b0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3A0DC-E7EB-4643-AC5A-EDF9910C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5C478-113D-43DA-959B-2EC0491B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2ADAF043-8D5D-4610-BEB9-0E97954A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C82A4316-4B52-4211-B319-FD38D4D1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2972E-FE99-40BD-BB76-0DFB4E2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4760F-A774-4BFA-8EEE-F67D9EFC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676CA-0C97-40DC-B83E-60AC0018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05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1469F-CC1F-4929-8C70-0B3AB70C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6030A-3CF2-4052-9EFF-9EE0966B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Extraction + identity translation + concentration control + serving mode + packaging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62C24-355F-448B-81B0-CB76293A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024F6-336D-4CE3-B1DE-452FD11D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D0568-FC98-449C-A7E5-49642006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49B98-5876-4AFD-A18F-ECEA189E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CFBCA1-E24C-4471-9AAB-7E4590E7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EA7D2-86AC-4530-8B6A-FD02A393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544DA-887F-477C-A8E3-8F9C6307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7F973-C15D-415A-97EB-46BA081C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240FB-F7DB-4029-8EA6-CC0AFC58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14675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MODE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118D6-8E54-4976-9793-2F4EDF4C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88FC9-DA80-4C3E-BC0D-5F451E18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813BC-835D-418C-902B-1DED5C39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8AFB72-BE32-4784-B8B4-57D2C091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CCBC2-41F7-4533-A5EE-BB2F7654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4ADDA-929E-4476-B062-CD4C7DC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478DD6-FA59-4511-BE85-28683562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8E139-FD59-4CF4-A942-58CF3245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47F3-7AB1-4D30-BDF4-E222C7B0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88F7-2C6F-4F37-BFDE-FA9ECCC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22BAE1-DB3D-46E5-A15C-17139784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98E676-AC1E-44F2-B557-220BDA0A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BCFA1-2CFF-4DF0-B46E-488F5AA1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EB882-3C87-46C2-A4F1-21405799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CF183B-B0D4-4807-B4CE-418738EB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093851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87352-8039-4CE7-A6EC-039DEC84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622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2F9F87-E5D5-4D99-B6CE-E983780F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3551" y="2962275"/>
            <a:ext cx="6035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TS-042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305334-1942-49EB-AF64-49DA5C14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CCD0CC-D206-4C6C-B12F-016818B6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020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86CD20-D4A2-4859-B25F-52E31122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32917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DC06A1-1F7A-44BC-B9D0-D0F1B17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3949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6F6760-C760-4BC0-8B2E-2D15CEF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309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8327F9-3BE2-4489-BAA0-2A873AD7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59206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33A009-0DD9-44EF-96A3-BECE4B59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0238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94489A-D1F5-44CB-863F-D43D44F2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7598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AEE5E6-35F2-4E20-BD5A-8317EE8B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85495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D3EA8C-07D1-456E-94BF-51926F47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6527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87050B-8C81-48A3-BC84-DD109A45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887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2D6CC7-6969-41DF-B30E-3EBBB781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11784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9C1696-9CDD-4DB6-9FF9-0B180BEE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816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F98402-655F-4E1D-A25C-163B0D7F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0176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9A8219-D57B-4E96-81C7-C92E925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38073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For you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D076CA-7B93-4F0E-B477-1032A111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592FCA-7C3E-4632-BD10-2F000BE7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63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3984B4-CEF4-4835-9617-498DF680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F18F04-4AD3-4A40-B09D-89C9874D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9457C5-0D83-4C0D-8AA3-D052F78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95E977-6DCF-4FB9-844A-94B1ED70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59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DB6285-06CA-4FD9-A73A-4118F00F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ED645-6A4C-499E-8B1A-77E8C765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07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55CB86-3D5B-4A89-AA26-891B90F5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1BD5AD-02C7-4788-A7BD-8A2D9D9D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54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EEB888-0EAA-47FC-9018-F0CC87BE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164256-F7FB-4CAA-827E-67AA9AFC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2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A65398-711A-4FF0-B05A-E348D43A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5C435F-59D0-4F25-96B5-C22FAE9B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0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EDFDDB-B825-4314-B3E1-46BD0062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11CB9A9-F088-49BD-9F03-F96FDAE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8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9E4517-2FF0-440C-951B-B29EDBB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6577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D012603-2CB9-42C1-AE87-E8D4165C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378814-4348-4997-93A9-3EDFBA07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D5A205-B4E4-4289-ADF4-B215887E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8795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CFC48F-D878-46AE-A80F-F30C11BD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FB7D9F5C-A910-480F-A254-96AE4EE5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C185C1F-431C-416A-9417-D46C7002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ACBB3-B530-4251-857F-BE50460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CA3E1-0FEC-4F72-92F4-32E9C17D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BE81A-5B3F-4B17-88BD-DF14A5E2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Signal，被翻译成六种可带走的个人意义。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4136D-3C15-4AD0-9F48-0981E5A4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00400"/>
            <a:ext cx="4000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8541F-CDBA-40DA-8283-F5C717CB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E01A1-F42E-420F-A2D4-7A431343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990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11DC6-82EE-4093-A5FD-0B63C8D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E8090-85D0-429B-A564-058F6E59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DEFF0-D8B8-4E93-BB5D-047E5199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2A7EB-FD9C-476B-8B01-B23FCF66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DE1E9-1603-411A-A3C8-FFCD9AD1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FF847-6F03-4F31-9AF6-9BDE275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STU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1AC7-C0F8-4CB5-B4C4-EC37B195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1FDDB-9A1B-4E9E-AC91-673D8A33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AC22C-068F-4393-BCA6-5BB8914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589C5B-B7F9-43D5-8075-ADA0B29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Student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D2B8B-4DB6-4A3F-B769-281C1774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77B2C8-5043-4D57-9EF4-F6F3B6F5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8BF13F-DD9C-4D1E-873B-B544754F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should I learn next?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8600A-F243-4406-A71A-61A66A96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7E4FA2-69DF-4821-9E21-BF95D526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FD64B2-96FE-4784-AF60-309DCD2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4D93BC-9E4C-487F-A57B-28C0BB20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163AE-4F5C-4A2C-AAED-5BEFDEE3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9161EA-F2A2-4BA1-B193-5BC65697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DES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3FB24-B6BA-4787-A9B9-6D1FCFE2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2A467-AE0D-4218-B220-0031D9AC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5E923C-0328-4B18-9FFF-1F3C93AF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76282D-EEC9-4FAE-8414-BA3C9FA8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E4F67A-9AC9-4AF7-B892-0105CDDD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568A05-50C3-476C-8978-60D0292D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FBE824-DC3D-472F-995C-2E6DB090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How will experience change?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27FBC7-C44D-40E8-BA87-46B10AC0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AE88FC-E173-4497-AE62-42FB2248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C83E21-BC6C-4C13-8C2F-4739B96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53B36B-7BD0-43D4-A13E-91A1D761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C59E9A-C6D9-4DF7-8730-E583A087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923614-1D68-42C5-B190-C55CBE7B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FOU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D77429-8D50-482B-A78D-CAF81086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E124E7-F1C1-4C14-A6F3-A7339CF4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8F3E00-76AF-45A5-AABC-1D306814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BD7081-6E2A-4F59-A526-03D7F634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Founder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BE8325-30E4-4E70-B613-BCF3F76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E12A01-5B14-4B97-81A0-30D719AB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4F4FFA-9596-4B33-93D2-52314D08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Where is the opportunity?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0123AB-D8AE-4A30-8D6A-55C33959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07B3B6-0BF8-4ADD-91A9-72C2DCCD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16A797-E71F-42BC-81B5-F715DEB4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3CB3BE-DEB9-42EE-BDD3-C682EEB9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16783-C50D-4E83-B457-FDC239A6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CF05ED-1F74-487E-A786-450D8D13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BUI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25AE58-9F09-4727-B1E2-7E615D9F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A557BE-2A72-48DA-84E9-284885B5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6993F8-4DC4-4375-B861-38C8DB9A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5DF0AF-59B6-49C3-B219-1C7DE1B8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0106834-BF8A-404F-92C8-BE48ED67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C3A53A2-B415-489C-846F-357217AE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FDFDFF-3DA8-40EC-AFFF-E26FE446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build with this?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C8CD93-D01B-4A28-99BD-E8CBB194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7A8AD4-2444-453D-A7CB-6EB858D7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F90928-C9B5-4331-BA31-5B76125A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63D5AE4-DD7F-4300-879F-AFF2AF7A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6D7204-AA77-4C85-8A04-D9F9D02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F1E375-3421-4A9D-A150-87BE50ED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VC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72ACCE-1113-4FCC-8CD1-7E61BFCA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0D54392-2AA5-470D-813D-8D327526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E970D2-F2C7-4D92-9574-6DEC1221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C4A7CC-D458-4ABF-8063-D5DA13B3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VC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3B03CE3-E8DD-416A-9065-7BCA5680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C6A5B26-FCE4-4B10-8262-B41B6A7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F8DEF8D-61B8-4D9A-A500-B3AFB559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market shift is happening?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025707-5CA2-4C1A-BDA0-BB716CED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468AD7-C6BA-4EC5-8AA0-A9A406E8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32C6F0-BAAF-4DC3-888C-FC05247B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2B8AEB2-06BB-44CF-8786-C01AB7A2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950111D-480B-42DB-B6F0-F119B41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6A11FF-1342-493D-BC7F-80650A1F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EVE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BEC0CE2-C576-46E7-9827-60FCBCA6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B17C2D-FBBD-4355-8E26-E5C5F8BA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BCF4CA-4CB5-4D4C-8914-1E930B16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8B41313-6907-4803-987C-B62654B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Everyday Person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076CE99-D553-4790-B445-82BD019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A03FF23-B990-4C3E-AAFD-79F801F5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3D377D5-73BA-480D-B899-71C1C32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does this mean for my life?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733C7C8-BD0D-4915-9590-801718A5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0E1C49A-E5A8-4A51-99D9-74E00BE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76CE161-D577-4BBD-AE31-C8ABCB5B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33950"/>
            <a:ext cx="4991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4CC096B-0B02-4692-BEC4-8147A05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48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Not shorter information.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5B27AAA-231E-42B4-9FE8-46FDE17D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57800"/>
            <a:ext cx="434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translating the same change into different personal meanings.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6BE83FF-97BE-4BA6-A9E5-7FA78AF3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39FA6A-A268-4814-927C-AD39DCAD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B022E3C-8DAF-46DD-A318-ED101B1A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1221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8CD87-2A5F-4727-94C4-2425FADF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CE6322E8-1E7A-4044-AA40-CA08A11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31664A6-B075-4A7B-9C78-89B67C84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050F6-DFE2-437F-81A9-CDA9F3D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5905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Live Signal First,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Demo-Safe Fallback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E03C7-851A-45BD-A8CA-06027FB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14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实时信号优先，演示稳定兜底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A0910-3E8C-48FB-AE83-51B9027A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Designed for real-time Grok / X signal ingestion.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Backed by a curated xAI / Grok signal bank for stable hackathon demos.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F7631-3B37-4CF1-9838-890E748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rPr>
              <a:t>首选接入实时 Grok / X 信息流；现场演示使用预置 xAI / Grok signal bank 作为稳定兜底。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B0D51-FCF6-432C-90C3-FE46DAB0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A5762-E279-4553-8B3B-7BA4F224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C6517-83C4-49D7-9662-886FDA60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CE03A-5BCE-4480-9ED1-5E447093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rPr>
              <a:t>PRIMARY PRODUCT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5F10-2B1C-464C-BF16-DE904AE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Live Signal Stream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93B37-A90D-4060-B9EC-E4D3AA3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78130-06EA-4E85-A5F2-15B50DFB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E2811-0865-4EBC-8A19-D13B955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Designed for Grok / X API ingestion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2CBDC-CF97-4097-A059-53C6D5A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447D-9A10-45B4-A712-A268E98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C4641-BC41-4887-A63A-57F2B3C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Target live signal stream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66EF0-027F-436C-B415-41A064E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D259A-8E7B-4F96-9834-70BA860D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2B629-5239-461E-B54B-2DFAC031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Dynamic information shelves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9C6B5-39BA-4E9B-8DBD-4231B038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3880A-79BF-4D03-9A9D-92AAC584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C8BB24-56D8-4D57-85C9-7737D166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Fresh raw signals from today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0DCD59-95DA-4DCB-91FF-A3EC4BD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3B683-3ABE-4987-9C82-92923585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31AEB6-2704-46E6-9EDB-AF7FDDC9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952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FB3681-70F3-482E-A7ED-99C518C7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SAME BREWING PIPELINE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5D8D5-8503-4EA2-996B-95A09899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pipeline for both inputs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137CA-E571-4E95-A77C-30D33B0D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35549-C245-4DAD-9D20-905742B7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B862C5-077B-45AD-90DE-C11CFB52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14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Extracted Slice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A71C8-F54C-4E3D-B171-0DF5E34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F4AEC8-116A-4652-ABD2-81EEC459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E277D3-426D-4361-A4F9-C012C7EF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386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Persona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1A630-22E2-4E4B-B969-4087A0E9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8C48C7-1C58-47B5-A9CB-D339CB5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10A992-31FE-43E9-9B57-EEB66084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625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Density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16427-DF2D-4856-919C-32C14124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3CD314-5D41-425A-A110-86A3569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4184D-B9D6-4F0C-AF6D-7409C6D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0863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Served Hot / Iced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71338D-1EE7-426C-8EAF-618803AB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B90039-4D2D-48FC-BA5D-4E864C0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A55FFE-76E2-4206-AB1C-E3ADE3DF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10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Brew Result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74CF08-103F-42C3-8CBC-943D024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01C967-528C-4AB8-A9CB-ECB99A4E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3DAA5C-7C86-425D-BE9B-EE327E8D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7340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Label / Pick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F72A7F-C01B-442C-B5BC-B56BC9B6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EEF285-5E03-4D5C-8D5A-C2A57D9B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FCC6F-AF8B-45F3-B48A-E60051A8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7AE683-385C-42AB-8734-5F5F77FE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rPr>
              <a:t>DEMO-SAFE FALLBACK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694B69-65E2-4267-B44B-77E451A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Curated Signal Bank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A74C1D-522A-4871-9C09-C67AD7D3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4AB46-439F-498B-8589-BC3B2792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DF1D90-A165-4079-A894-67BFE2A1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Preloaded xAI / Grok signals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399357-3266-4FC3-BF33-F437775E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2345731-FCD9-4A7A-B7C5-01B359B3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581F80-246A-4919-B944-0DB3753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6 shelves × 9 raw signals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4B7E89-AA39-4006-BC34-BF23AFD6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F080D4-7853-46B5-BBEC-3817DDC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957AAA-04E7-4E92-AE65-D6D717CB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No network / API risk on stage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5B8130-6A3D-4A68-BF60-40196D2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2B0EEB-152F-4F40-B432-45EBDD4A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B087AB-5C0C-4238-B727-6E10717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Same output experience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D72E343-7D2D-4666-983F-C05E802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F5BC77-C1F6-4C9C-A5BB-A747C70A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EAF3FFA-59DD-4CA6-A8C4-C68D358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6245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2E20C2-43DA-469A-8721-AE3E0011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624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fallback input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71B79D-507F-41DB-8A0C-00477C8C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614434-A2A5-4C70-B0F4-4F2DC776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A1C3DE-FC75-4425-BAC2-F9E6DB5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36695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405350-486A-434A-95C7-5FEECDEF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c302411dd84be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F1E9C-C082-45F7-9CF6-850A8A6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2BE8C-9BE2-4810-BBCA-41179C66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4854FC76-F5C2-4EF1-95AD-A505F69F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03382973-A33A-475A-BE41-CC0FF99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0877F-388E-4958-8090-D3E93B2A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ECA2C-134F-4F7E-A87E-4051FA54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D9BE1-D84B-439E-AD67-25FAF873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order → extract → personalize → brew → label → pick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C744-2D67-4943-9625-D0B502E1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让人们不只是刷到信息，而是带走一杯属于自己的时代切片。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DE2E9-3D2E-4206-9539-373E4520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5576A-CC0E-4074-B6E8-7DD8FB1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E683D-ED0A-4DFC-82CC-2EB5A64F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18224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684FAC-5E3C-473E-93AD-59321EDC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385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B0F17-9B07-4A9B-8B9C-363D9CA1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7493" y="3838575"/>
            <a:ext cx="65227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PICK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82605-C743-4DC1-AFE1-DB916A0B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529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EFE1-2D8D-4735-AB61-B823F783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195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57EF5-63B6-45A6-9531-EAD51681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2005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93B50-B549-414E-A716-9E008ECA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910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3C43C-DFD3-44A3-85B2-B44DDC53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577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E6CE9-9C50-4BA2-A6E3-B6781AB8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4386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8C091-5CEA-4625-A3C4-A744A1F6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C7BFD1-0C63-48CD-80DA-9D746A23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9582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FD422-C764-4A8A-B719-79D69B8C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67677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88D8B-2614-47EF-8574-E3BFB71B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6727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B5002D-E091-4B50-B526-397BD39B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54D35B-F60C-4240-89F1-4F88CC32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91490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Iced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CA4774-0645-417D-BF78-FE55319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054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468703-4093-4E58-BC2B-77B91B9F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720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6C3E7-E227-4DA3-9913-DFCE6579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1530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it means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E3B53C-3B3B-47B6-8A10-8B3947E5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435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81D389-C0F9-483E-AF1B-13E52861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102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TAKEAWAY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AD236-868F-4EE8-9982-98F79B70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3911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Carry it away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2348C6-CB14-4F15-8B1B-3E40EA1D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15D874-0594-4AF5-B854-C941D73E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19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983B3C-B672-4F18-B4B4-7FFADE1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0B145A-7EB5-474D-9CC8-ED2B9B46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A709BD-EAC9-4454-AFA9-88610E1E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50EF64-797F-4D92-AF8C-B1E2B624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4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E2B822-AF8B-4DCD-8AE1-3DFFC6B8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7E0ED9-7812-45FA-BDA5-E1D7C1AE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62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E5E619-503B-4E64-ADD3-A3618D5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EC3DA0-D0CB-4F8B-AECC-CC01D821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10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04F9D9-41D3-4DC9-9AA7-A3882670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72503-02A5-4C7E-9D97-9EA10B63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8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9F4314-9ABA-42EC-8134-1C5A3D6A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1443FA-944F-41D8-AC41-7E9C26A8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D46F61-5EAC-4850-9A44-2B991AD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F0ADA4-B5D6-41A8-9487-E68BA410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58EAFE-A55A-4D49-BE0A-83F892C3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483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B64D7-7F85-411C-8578-9DDFD4F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mo？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C75465-063B-43B4-B58B-8495B84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D2DDD4-28E5-4B83-8E6A-20CA79B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35AE54-9BF7-4DC5-A48B-29A315EE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10004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2026-05-30T11:36:52.3450000Z</dcterms:created>
  <dcterms:modified xsi:type="dcterms:W3CDTF">2026-05-30T11:36:52.3450000Z</dcterms:modified>
</coreProperties>
</file>
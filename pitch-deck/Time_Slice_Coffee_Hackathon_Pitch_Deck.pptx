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55f98f3efa4e4e" /><Relationship Type="http://schemas.openxmlformats.org/officeDocument/2006/relationships/extended-properties" Target="/docProps/app.xml" Id="R2b96396f64344287" /><Relationship Type="http://schemas.openxmlformats.org/officeDocument/2006/relationships/officeDocument" Target="/ppt/presentation.xml" Id="R9fd3c085c19440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2a423fb089418d"/>
  </p:sldMasterIdLst>
  <p:notesMasterIdLst>
    <p:notesMasterId xmlns:r="http://schemas.openxmlformats.org/officeDocument/2006/relationships" r:id="R0c0c0fecd1a54b5c"/>
  </p:notesMasterIdLst>
  <p:sldIdLst>
    <p:sldId xmlns:r="http://schemas.openxmlformats.org/officeDocument/2006/relationships" id="256" r:id="Rfe341852b98140e4"/>
    <p:sldId xmlns:r="http://schemas.openxmlformats.org/officeDocument/2006/relationships" id="257" r:id="Ree31e26237d847dc"/>
    <p:sldId xmlns:r="http://schemas.openxmlformats.org/officeDocument/2006/relationships" id="258" r:id="R69482786c91645eb"/>
    <p:sldId xmlns:r="http://schemas.openxmlformats.org/officeDocument/2006/relationships" id="259" r:id="Rdf0b27ba325f4c5c"/>
    <p:sldId xmlns:r="http://schemas.openxmlformats.org/officeDocument/2006/relationships" id="260" r:id="R5217661ca8a04977"/>
    <p:sldId xmlns:r="http://schemas.openxmlformats.org/officeDocument/2006/relationships" id="261" r:id="R547ec6addc954043"/>
    <p:sldId xmlns:r="http://schemas.openxmlformats.org/officeDocument/2006/relationships" id="262" r:id="Rfd0ef70c9f904250"/>
    <p:sldId xmlns:r="http://schemas.openxmlformats.org/officeDocument/2006/relationships" id="263" r:id="R11624e582533482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2a423fb089418d" /><Relationship Type="http://schemas.openxmlformats.org/officeDocument/2006/relationships/theme" Target="/ppt/theme/theme1.xml" Id="R892c6c7154c1461f" /><Relationship Type="http://schemas.openxmlformats.org/officeDocument/2006/relationships/notesMaster" Target="/ppt/notesMasters/notesMaster1.xml" Id="R0c0c0fecd1a54b5c" /><Relationship Type="http://schemas.openxmlformats.org/officeDocument/2006/relationships/presProps" Target="/ppt/presProps.xml" Id="R219cfac75daf4a14" /><Relationship Type="http://schemas.openxmlformats.org/officeDocument/2006/relationships/viewProps" Target="/ppt/viewProps.xml" Id="R45e6d401c9134efa" /><Relationship Type="http://schemas.openxmlformats.org/officeDocument/2006/relationships/tableStyles" Target="/ppt/tableStyles.xml" Id="R1ca8865d5c6d46a9" /><Relationship Type="http://schemas.openxmlformats.org/officeDocument/2006/relationships/slide" Target="/ppt/slides/slide1.xml" Id="Rfe341852b98140e4" /><Relationship Type="http://schemas.openxmlformats.org/officeDocument/2006/relationships/slide" Target="/ppt/slides/slide2.xml" Id="Ree31e26237d847dc" /><Relationship Type="http://schemas.openxmlformats.org/officeDocument/2006/relationships/slide" Target="/ppt/slides/slide3.xml" Id="R69482786c91645eb" /><Relationship Type="http://schemas.openxmlformats.org/officeDocument/2006/relationships/slide" Target="/ppt/slides/slide4.xml" Id="Rdf0b27ba325f4c5c" /><Relationship Type="http://schemas.openxmlformats.org/officeDocument/2006/relationships/slide" Target="/ppt/slides/slide5.xml" Id="R5217661ca8a04977" /><Relationship Type="http://schemas.openxmlformats.org/officeDocument/2006/relationships/slide" Target="/ppt/slides/slide6.xml" Id="R547ec6addc954043" /><Relationship Type="http://schemas.openxmlformats.org/officeDocument/2006/relationships/slide" Target="/ppt/slides/slide7.xml" Id="Rfd0ef70c9f904250" /><Relationship Type="http://schemas.openxmlformats.org/officeDocument/2006/relationships/slide" Target="/ppt/slides/slide8.xml" Id="R11624e58253348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d1e5134928d4d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c61c1908074398" /><Relationship Type="http://schemas.openxmlformats.org/officeDocument/2006/relationships/notesMaster" Target="/ppt/notesMasters/notesMaster1.xml" Id="R339a33031e2e49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ccc90881784b97" /><Relationship Type="http://schemas.openxmlformats.org/officeDocument/2006/relationships/notesMaster" Target="/ppt/notesMasters/notesMaster1.xml" Id="R806d664ff1c742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52713a28ae4dd1" /><Relationship Type="http://schemas.openxmlformats.org/officeDocument/2006/relationships/notesMaster" Target="/ppt/notesMasters/notesMaster1.xml" Id="R7415b2418f174b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8f8dd47b574bce" /><Relationship Type="http://schemas.openxmlformats.org/officeDocument/2006/relationships/notesMaster" Target="/ppt/notesMasters/notesMaster1.xml" Id="R9f573c77e7b541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9c2cc2af374226" /><Relationship Type="http://schemas.openxmlformats.org/officeDocument/2006/relationships/notesMaster" Target="/ppt/notesMasters/notesMaster1.xml" Id="R9f94ef08c97842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99131c003c4ac6" /><Relationship Type="http://schemas.openxmlformats.org/officeDocument/2006/relationships/notesMaster" Target="/ppt/notesMasters/notesMaster1.xml" Id="R4103513fc5ee4e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293d8f530b4ddb" /><Relationship Type="http://schemas.openxmlformats.org/officeDocument/2006/relationships/notesMaster" Target="/ppt/notesMasters/notesMaster1.xml" Id="R18176027c62047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80984cdeea4aac" /><Relationship Type="http://schemas.openxmlformats.org/officeDocument/2006/relationships/notesMaster" Target="/ppt/notesMasters/notesMaster1.xml" Id="R52b78d93947e4d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73eee4350b485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e516a700c3e4dca" /><Relationship Type="http://schemas.openxmlformats.org/officeDocument/2006/relationships/slideLayout" Target="/ppt/slideLayouts/slideLayout2.xml" Id="R30e792161eff4b0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e792161eff4b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4b90ae99444e87" /><Relationship Type="http://schemas.openxmlformats.org/officeDocument/2006/relationships/image" Target="/ppt/media/image.png" Id="R8cdf66565a6145ac" /><Relationship Type="http://schemas.openxmlformats.org/officeDocument/2006/relationships/notesSlide" Target="/ppt/notesSlides/notesSlide1.xml" Id="R0d979ae9d8ae4f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293ce3880d433b" /><Relationship Type="http://schemas.openxmlformats.org/officeDocument/2006/relationships/image" Target="/ppt/media/image2.png" Id="R3d5e649af89c47e4" /><Relationship Type="http://schemas.openxmlformats.org/officeDocument/2006/relationships/notesSlide" Target="/ppt/notesSlides/notesSlide2.xml" Id="Rc6dd828458c34e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beda12241b4603" /><Relationship Type="http://schemas.openxmlformats.org/officeDocument/2006/relationships/notesSlide" Target="/ppt/notesSlides/notesSlide3.xml" Id="R52f39d8f351f4e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2af5ea38a843d6" /><Relationship Type="http://schemas.openxmlformats.org/officeDocument/2006/relationships/notesSlide" Target="/ppt/notesSlides/notesSlide4.xml" Id="R76d34f8d1efc44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b7d5cf55f54488" /><Relationship Type="http://schemas.openxmlformats.org/officeDocument/2006/relationships/image" Target="/ppt/media/image3.png" Id="R5a87f64068f34a7c" /><Relationship Type="http://schemas.openxmlformats.org/officeDocument/2006/relationships/notesSlide" Target="/ppt/notesSlides/notesSlide5.xml" Id="R385ae89b2f2844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d56a2b18a54ce2" /><Relationship Type="http://schemas.openxmlformats.org/officeDocument/2006/relationships/notesSlide" Target="/ppt/notesSlides/notesSlide6.xml" Id="R1500a3eb3c2642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263ff9dc1b4565" /><Relationship Type="http://schemas.openxmlformats.org/officeDocument/2006/relationships/notesSlide" Target="/ppt/notesSlides/notesSlide7.xml" Id="R6284850dd5f143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ab0f5c1e214a67" /><Relationship Type="http://schemas.openxmlformats.org/officeDocument/2006/relationships/image" Target="/ppt/media/image4.png" Id="Rd4a5750574e74a68" /><Relationship Type="http://schemas.openxmlformats.org/officeDocument/2006/relationships/notesSlide" Target="/ppt/notesSlides/notesSlide8.xml" Id="R9efd2f7da01b440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659C8A-C2D3-4471-9A5B-5520109F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df66565a6145a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316BF-E2FF-4D2F-B0E2-86B416E2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27495-3C5F-407B-8737-857533DC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34AB4085-B25F-4858-BC90-262E14C5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86376D3B-1203-4C1E-9E6D-DB7C1D16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HACKATHON PITCH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DA5E7-F0C1-4E13-BD43-71318421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4762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6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Time Slice</a:t>
            </a:r>
          </a:p>
          <a:p xmlns:a="http://schemas.openxmlformats.org/drawingml/2006/main">
            <a:pPr algn="l">
              <a:defRPr sz="46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6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BB0FD0-741B-4C90-B13C-D9627F51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62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 mo？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464A43-AC1D-4ECD-A4AB-E0825426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4686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把今天真正重要的一则变化，</a:t>
            </a:r>
          </a:p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装进一杯咖啡里。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4B67D-EE7A-4C1A-AB4D-96F1F654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2667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3335">
            <a:solidFill>
              <a:srgbClr val="15100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E1673-1CE7-4858-B46F-B6A33440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6EA57-E676-4CA1-A0F7-8448C280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16535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1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071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TODAY'S</a:t>
            </a:r>
          </a:p>
          <a:p xmlns:a="http://schemas.openxmlformats.org/drawingml/2006/main">
            <a:pPr algn="l">
              <a:defRPr sz="1071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071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INFORMATION SLICE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262631-A04D-486B-A968-1FC49403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196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D1DBB5-69AF-4FB4-A44B-CA2F6149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38700"/>
            <a:ext cx="876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TS-001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8D7492-BE78-4AB0-9C1B-1CB0AA4E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AA32F0-1AA1-4CD8-821D-D64DABDB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90678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SHELF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AD4ED4-F170-4171-93A9-4911ED00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070" y="5162550"/>
            <a:ext cx="149352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8C52E3-F0C9-491E-BCB7-CD2D2366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F5A0B-CA8B-461B-83BE-E53E0C5A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19725"/>
            <a:ext cx="90678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IDENTITY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FBD728-41A5-454C-9E9A-38B04FDD9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070" y="5391150"/>
            <a:ext cx="149352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B1FB16-1D6D-4F7E-9885-C4F03B61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417B58-683D-4131-ABB2-05E992C5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3142D6-1A58-44FB-9FDD-AA83CE65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C81B82-AFE1-4998-AC18-3FC387AA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FAF3C0-3C76-4A26-9F02-C09D323C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0BAC49-8354-48A2-B528-4C7784D5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9BF913-B838-4F85-A070-9382705A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5B3527-FA13-4515-8810-4823B266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21D0B5-3E37-4637-81E7-BDE94840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6C846A-9615-417B-B396-996D0959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E81BF4-DA24-4EB4-930F-B0D38395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6C3775-F015-4249-95BF-D91FE227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DCD713-1F7B-4DF5-8944-FBCF36F6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5112AA-FA62-43CB-A53F-F2A8C14D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59209E-5443-4BD4-A901-6BAF049B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B4A6D8-DC43-4B09-929F-0CA4CC28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448300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04416D-BDC0-45C7-86D7-EC5144E0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1771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Not another AI SaaS.</a:t>
            </a:r>
          </a:p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An information consumer product for the AI age.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4A2463-356A-4118-879E-F0C01904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24ABE7-6B9A-405A-B4D0-A52AA581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3AC168-9D81-435D-A889-0B28DD27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495354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FDC5B8-8DC9-4797-B564-D983EFEE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5e649af89c47e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9D90C-0B72-4497-B447-EA92041A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15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E598B-C678-480A-9BAB-EB069742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1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1B92D920-6366-4A21-9FC1-AF4A20579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79304A62-C7E8-4E90-8216-357EA7B1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E7EC57-1D0E-40AE-A55F-E3DC1ADD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4762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Every Signal</a:t>
            </a:r>
          </a:p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Pretends to Matter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02F16-D18A-4D6F-B2AB-2003687F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每一条信息都装作自己很重要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6F04C-F417-4733-AD25-32F8018E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AI 时代的问题不是信息不够，</a:t>
            </a:r>
          </a:p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而是每天都有太多数据信号在制造 FOMO。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483B0-44E9-48DD-9608-D63324D2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7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1E65D2-9BD0-470C-942F-FE385DA4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3962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People fear missing out, falling behind, or being replaced. The pressure comes from too many signals pretending to be urgent.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34ABCD-F997-4E69-A113-ADA9CEB3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895350"/>
            <a:ext cx="1752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65882"/>
            </a:srgbClr>
          </a:solidFill>
          <a:ln xmlns:a="http://schemas.openxmlformats.org/drawingml/2006/main" w="9525">
            <a:solidFill>
              <a:srgbClr val="6B5748"/>
            </a:solidFill>
            <a:prstDash val="solid"/>
          </a:ln>
        </p:spPr>
        <p:txBody>
          <a:bodyPr xmlns:a="http://schemas.openxmlformats.org/drawingml/2006/main" lIns="114300" tIns="114300" rIns="114300" bIns="1143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AI UPDATE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MARKET ALERT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WORKFLOW SHIFT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MODEL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EC0162-13F5-4446-8B75-3CE44B4D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1E1D4-8357-4325-945C-2B62BF02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AB6B72-E184-4BB4-B291-3BE647F8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375628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37669B-5BA4-42E1-B5BD-10D1CE37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EC4C3BB4-1954-4DB7-9128-1EABCC89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CA9FA92A-CA96-4B51-9CEB-89144FF7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DC5A63-96DA-4B16-B895-880AF978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Understanding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Becomes a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AC920F-89B6-4202-98AC-BF4B36B6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理解，正在变成一种消费品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C22D82-2A7A-4623-AB1D-15653F37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42291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过去，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人们买水是为了解渴。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后来，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人们购买品牌、身份和生活方式。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而 AI 时代，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人们开始购买：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对这个时代的理解。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8FF5F-E304-43E3-AC8C-2A74C43B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29000"/>
            <a:ext cx="506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DA8F40-967E-4C42-8020-245FD751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5EAB44-CD84-41AE-858E-971BD52E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1B43B1-4CDA-4F0E-B7CE-C1FD5FC0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A2D340-4D0A-435C-B0CD-A7D2140E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Water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95819C-60CE-4F6E-B1A8-F1794B55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解渴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EA111-C6B7-4A44-90B8-CDF63574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31BD81-5895-40B5-9B90-2D7885E7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89FFF4-5BF2-4197-AB38-DD2A295B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1DD20A-CFE5-4F32-93DC-4614905A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6613A-F6BD-4396-BB9F-55969D33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身份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A07E59-019B-4EA6-AD49-A7120A16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9995F9-E912-424A-8420-ABABC6BD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30AB24-E045-459B-842F-F0DAA30C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68E224-B3C3-4E33-8ED7-B075C35B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A14E43-649B-445C-9B33-1426BAD9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生活方式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406078-CD4B-4A97-B667-BDB7371A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26720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AD355E-F82E-40DF-87AB-584D2983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577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75303E-5C54-4FAF-AFB4-0ACEAA85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6247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F94130-8EDE-435F-9227-4970F7E2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01015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Info Coffee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05ABF0-C2F3-458A-B6D1-D4C0A2B5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29590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时代理解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A7DA1F-16CD-4A15-9E7A-2D5800A5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83845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75E161-F25C-4895-827B-87450A84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6863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6C06E3-545A-4E99-B6EF-65D997F9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657850"/>
            <a:ext cx="504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People no longer only consume content.</a:t>
            </a:r>
          </a:p>
          <a:p xmlns:a="http://schemas.openxmlformats.org/drawingml/2006/main">
            <a:pPr algn="l">
              <a:defRPr sz="150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They consume packaged understanding.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5A8EE3-9325-4FAC-8A71-53801CD9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C69EFA-6E6A-45B1-BEBE-EB66319D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4F2F8F-64AA-4EE9-BE36-383FBA46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4660850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F356D7-47B0-422A-81E2-39C6F0C4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39964D46-3792-46BA-9469-FA4AB723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D5863E54-B2EC-42A1-B710-3B6734CC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D4722B-022A-469A-B4D6-75442C7A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An Information</a:t>
            </a:r>
          </a:p>
          <a:p xmlns:a="http://schemas.openxmlformats.org/drawingml/2006/main">
            <a:pPr algn="l"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Coffee Bar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72DBA-A173-46B7-B8C3-9A21AA49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171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for the AI 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1039F-3142-4FB4-91CA-2049818F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AI 时代的信息咖啡吧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5A2846-1D8B-4BB5-9194-C3585334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Time Slice Coffee 把真实信息流中的重要变化，</a:t>
            </a:r>
          </a:p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萃取成不同身份可理解、可带走的时代信息切片咖啡。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83F3DE-8A77-4054-8139-15824898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We turn reading information into ordering a cup.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7D352-1D0A-4083-9E33-B5BF1637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9050">
            <a:solidFill>
              <a:srgbClr val="6B57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A730C3-754D-4CA1-A43D-334A7E41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1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1AD41-4C66-4919-90F7-BA812048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952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TODAY'S MENU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555B3-0A69-414B-87F8-E720BB67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00965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6 shelves × identity × density × 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670C5-6750-475E-A43A-ADAE71D4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C2DEA-0F54-4286-A43F-96A7CB65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554931-65C5-47D3-B6C8-305E4CDD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E0A821-100E-4996-89D2-4F46875A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AI 前沿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CE2EE4-7ABA-43D7-B497-E3D7E5E4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8AE63C-6DF1-48FA-B6A0-CF7B81ED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9BD2B0-054C-48A4-9884-22A6C033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 &amp;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138FA5-8E4B-4D4E-88EA-F1323A20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构建工作流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CF05F4-4F6A-43EF-97F5-95EC4D00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400B9F-E913-4A19-A44D-407EF3F6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312D34-F097-4827-BFE5-8D6216F3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 &amp; Creation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E67E9C-4CB3-4447-939B-4D8B0428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设计创作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01D4F1-7435-45BB-B703-C6C66A50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26DE0A-D20F-4140-B864-F8F83A12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25C332-64EF-4183-90AF-A6392DD7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Market &amp; Capital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E5A05B-89BC-4611-B041-2C7B84B4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市场资本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788168-40C8-468E-B229-69892EE4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824C19-4418-4FAA-8808-F957A63D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068A18-A742-4E2B-BD93-E345A0B9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Self Upgrade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E5957A-5A4F-4365-862E-7B623832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自我升级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83CA8A-BBA9-42ED-B12E-33CA4EEA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C679A3-4A57-4196-8216-5910DA6B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E612F5-F047-45D8-A4E4-7CB0BA1E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Life Signals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E0511D8-15BB-4B5A-BB33-47C5A762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生活信号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46FD80-7955-4477-9567-A3DDBFFE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386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ORDER LAYERS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44414E-6F5B-427F-8070-0E6B9ECF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4457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047EC6-B386-49F0-94FF-9E0C4E2E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5F6F966-F6DF-456A-9ED5-5A5AA867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81500"/>
            <a:ext cx="428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Student / Builder / Designer / Founder / VC / Everyday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A87F7A-FAD5-4229-A966-47691B1E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232FE7-1AF7-46A7-9416-75D09DBB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368DCD-A540-4DA9-8FB7-A68D680C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Light / Regular / Double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3549CA-0B70-4E92-A643-2CCF1949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05350"/>
            <a:ext cx="2114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C282-A4D1-4BF0-9036-F90E22CD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053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88FFB0D-4EEB-48DE-98BE-7F6C97C4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762500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Served Hot / Served Iced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DEFC79A-C26A-4B66-896F-1CF2C750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0271EC9-F9D5-4D37-BAE2-E513115B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1F68EE3-A7CA-4CA4-A7A4-5EE848C1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42662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39F70A-4B36-43D5-9186-7DDE3E19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7f64068f34a7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8060E-AB7E-4F76-83D6-6556E003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8CD6D-C658-498A-BA38-5EB2B56F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1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6588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82D4943A-EAAB-462C-8CF3-BDD5D7DD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03AA7F4C-7547-4500-8112-205B1D9F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2A466-309F-491E-B405-CE55FD96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From Raw Signal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to Brew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175D1-F9A0-4367-B804-C045C1B0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从原始信号到一杯信息咖啡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12507-E6EE-4A35-A501-D8042F1F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 → Extracted Slice → Persona → Density → Served Mode → Brew Result → Label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6D7DB9-4E6C-4EBD-8738-545B6977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2C0616-9013-41F0-9E31-F9C9D7F7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2C2F6-5738-490F-A609-016D1FFE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B48F51-E1F6-4372-88DE-6106B8D3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BBC51-8B22-4C51-994E-B66ADBE0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2CA32C-6CC6-4076-9AB4-F51CC029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6944A8-CC6A-4FF9-B244-79C8A171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989B30-CD29-4EDA-8BBF-8FAC8A0F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6D28A-6B14-4713-A64E-29A3C331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3E89BB-1103-4BC4-818D-10E651AC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D9E371-F8BC-42BF-83A4-3EC36AC4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491DA7-39C9-4742-8638-BB8FFBFB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LABEL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A090CA-51C8-48AD-86B7-37003953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3335">
            <a:solidFill>
              <a:srgbClr val="15100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1B09EC-E87E-4ED0-A284-02042C7D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44843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A602D4-7D48-4333-95C5-41761DE0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71800"/>
            <a:ext cx="1169289" cy="33413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1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01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TODAY'S</a:t>
            </a:r>
          </a:p>
          <a:p xmlns:a="http://schemas.openxmlformats.org/drawingml/2006/main">
            <a:pPr algn="l">
              <a:defRPr sz="1201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01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SLICE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338985-BDF0-4415-A77C-398C9148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9908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E4FD92-9CDE-4CA1-BDD3-0376BE96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24987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7E789B-BFD6-49B0-805B-4D94BBCF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10712"/>
            <a:ext cx="641223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FOCUS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42E4F4-2107-42C8-B845-33A373CD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8642" y="3382137"/>
            <a:ext cx="1056132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81F3C3-BEFD-4DFF-8ED9-5A38CC71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83508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A90BBF-E72C-4880-AF89-05337061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69233"/>
            <a:ext cx="641223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C4842B-591B-4EA2-AA72-FDC42097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8642" y="3740658"/>
            <a:ext cx="1056132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FOR ME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BB1A7B-51EC-4E0A-82E2-EA2A169C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42029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992972-BA7A-42F6-949B-22875503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127754"/>
            <a:ext cx="641223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MARK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510142-81E2-46EF-9F86-C4BBBA20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8642" y="4099179"/>
            <a:ext cx="1056132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TAKE AWAY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D92787-81CD-4BFB-AF80-5E6B35DA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E85313-248B-4122-B4EB-CFA6ABE0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E1235E-05B3-49E8-B4AB-E4F51303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FCED7E-976B-41BA-A51A-B90206B4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92ED2D-DB2E-418D-B343-F5783568E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412A84-4E0C-413C-9DB9-389AA1D2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1CF7B8-600E-49EC-8D61-46EE296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BBBFB6-34DC-431D-B7AD-6791FF4F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C212B3-3A91-4F82-8D73-00B83E69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43F732-9E3A-487A-A15D-A152B279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904901-2A76-4ED8-AFEA-016797CE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4A1AA3-3957-450D-AF04-6C21B5EA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4D9D43A-C1C3-48D4-977B-EBBEAB90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E0CC37-A3EF-4127-88B7-68CD389F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9B6D481-9F60-47E5-8AC0-952EEA20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9C9A71-DEDB-4102-BF86-A404742C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552950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E94E116-056D-4FEE-80AB-66828F8E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0A4EB24-A21F-4A63-AB21-AEC0D3B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AC400C9-5499-4076-934E-3F069549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0697351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2A674D-DC22-4320-B0DC-73D82730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4EF0039A-6B0A-4C9D-A7BD-03C96270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08529527-ACED-42BF-A3C0-C2010518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E839A-E1BC-400E-B007-2D29126F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33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Signal,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Six Different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542460-023A-4F7B-89CC-1DD37B84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同一条信号，六种不同价值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DDB8D-1A01-467A-901F-6C3B00A9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628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同一条 Raw Signal，对六种身份产生六种不同价值。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329F7-A054-44E6-9273-B996442D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30289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1A90B-E79B-455B-AEBD-29D1E4FF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338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7087E-95C2-4EBE-8D0A-99317ACC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76700"/>
            <a:ext cx="2343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A new model or workflow shift changes what people can learn, build, fund, design, or use.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CCB894-B791-4534-9ADA-CFC1E4FE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1028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B778D-6F3A-4D59-8519-C29BBC6F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004" y="2962275"/>
            <a:ext cx="621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11B2A2-D126-4C59-8845-9D4B93A2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868" y="3105150"/>
            <a:ext cx="512064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3040C3-12F5-4745-9CE2-CE3F6FC5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876" y="3290697"/>
            <a:ext cx="384048" cy="2148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3C53D7-687B-4814-B037-3DBF120D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876" y="3290697"/>
            <a:ext cx="38404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9FB340-5A7F-4B1E-B039-7FE9CCD9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1452" y="3407093"/>
            <a:ext cx="128016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22FC5-82B0-4493-A3D1-530ECD83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1452" y="3460813"/>
            <a:ext cx="20116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FD9A43-A2FC-46D3-9E14-DA64B6D5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6628" y="3371279"/>
            <a:ext cx="36576" cy="1074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0C854B-7104-4440-8F46-16C7892C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8862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Student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A5D7A8-59FA-450C-8874-A7F6E3A7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004" y="2962275"/>
            <a:ext cx="621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72580C-32FF-4AB1-A3E5-B313BEF1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5868" y="3105150"/>
            <a:ext cx="512064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15CD5-F497-4E3F-BA73-894A61AB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9876" y="3290697"/>
            <a:ext cx="384048" cy="2148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128CBE-D540-4F2D-95D0-DB82CC47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9876" y="3290697"/>
            <a:ext cx="38404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E6CD6D-47E4-4215-9591-FE5265FE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6452" y="3407093"/>
            <a:ext cx="128016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3EA279-B3BF-4DD8-9E03-BF75B345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6452" y="3460813"/>
            <a:ext cx="20116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F4D775-7AEA-4AB0-910A-383420AB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1628" y="3371279"/>
            <a:ext cx="36576" cy="1074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BD82A2-F14D-42DD-9896-130504C1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862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Builder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B9C80B-B96D-41B0-AF6A-51B30365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6004" y="2962275"/>
            <a:ext cx="621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6B0C2B-7CAB-49CF-A301-DD6EA1EB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0868" y="3105150"/>
            <a:ext cx="512064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EEB90E-61A0-4D29-A4B7-AF27A932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876" y="3290697"/>
            <a:ext cx="384048" cy="2148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3E43CD-0512-48C1-953C-DF972F30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876" y="3290697"/>
            <a:ext cx="38404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881F57-83A2-4D5D-863E-73FF9643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1452" y="3407093"/>
            <a:ext cx="128016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A4758B-E84E-4E09-832C-B8A983E4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1452" y="3460813"/>
            <a:ext cx="20116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8E15AF-3BA4-46EC-A34B-FD33219F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6628" y="3371279"/>
            <a:ext cx="36576" cy="1074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E14413-B7DE-40FB-8A12-4D3E75D0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862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Designer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D0A634-2D2B-456A-A40E-D1CD7360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004" y="4410075"/>
            <a:ext cx="621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BC320B-D578-4051-A22E-D64E760B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0868" y="4552950"/>
            <a:ext cx="512064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77E43D-2A85-4D70-8348-3A691356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876" y="4738497"/>
            <a:ext cx="384048" cy="2148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21F995-D655-46A3-A292-D5709144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876" y="4738497"/>
            <a:ext cx="38404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B54340-E72A-4349-971E-A0D26BBF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1452" y="4854893"/>
            <a:ext cx="128016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58544D-D7BA-414C-B763-9147C8CB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1452" y="4908614"/>
            <a:ext cx="20116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416E45-990C-4FF8-96F3-C08E1B75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6628" y="4819079"/>
            <a:ext cx="36576" cy="1074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A975E8D-FEDF-41E8-8B5F-AA5D47D2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3340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Founder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17C058-929F-4AFE-BE96-6DB0C605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004" y="4410075"/>
            <a:ext cx="621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04DAE2B-02DD-4640-9981-D5CAE439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5868" y="4552950"/>
            <a:ext cx="512064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69B593-BA81-4342-B972-EDD46EB2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9876" y="4738497"/>
            <a:ext cx="384048" cy="2148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4A6251-EED9-4554-AFD3-FA400F8F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9876" y="4738497"/>
            <a:ext cx="38404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7A3EDC-EA83-4ABB-99FB-F94B94DE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6452" y="4854893"/>
            <a:ext cx="128016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081BC3-856D-4D7B-A98A-761C99E3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6452" y="4908614"/>
            <a:ext cx="20116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F3556A1-8D5A-4790-BA9D-F43DAC20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1628" y="4819079"/>
            <a:ext cx="36576" cy="1074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952836F-8A66-4D86-8A1E-B8596808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3340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VC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62889C1-A698-47BC-B727-20A41A11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6004" y="4410075"/>
            <a:ext cx="62179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0E6078-7C0F-4216-9355-26418F78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0868" y="4552950"/>
            <a:ext cx="512064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387C7AA-9593-44C1-AE72-3AD8B675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876" y="4738497"/>
            <a:ext cx="384048" cy="2148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5B6F135-BA28-4C58-A6C4-347A2EFF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876" y="4738497"/>
            <a:ext cx="38404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C2F257C-F50F-492C-8E94-DF24243E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1452" y="4854893"/>
            <a:ext cx="128016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9CB4805-625C-4D4E-96F0-A540C0E8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1452" y="4908614"/>
            <a:ext cx="20116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599D19E-E554-4BB5-81E3-CCB02B83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6628" y="4819079"/>
            <a:ext cx="36576" cy="1074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D8EC7F2-AE95-40B9-ACC2-B86C0925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3340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Everyday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E06D413-04B8-44E9-951A-055073E1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800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The value is not making information shorter. It is translating the same change into different personal meanings.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F184B11-553E-441F-A0BF-758E01C2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1E64AA6-06FB-48F7-9644-D14078D5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153A4C-C56C-42C1-A781-0CDB82A3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6194247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F26DFE-7B93-49A7-BD61-3B9EFD61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4881E9C5-ECFA-4CDF-93B9-8EA73741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B7FE161A-6B89-42B2-8C83-56F796DA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TECHNOLOGY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82D81-0AAC-4043-B254-76C0FB59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143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Stable Today,</a:t>
            </a:r>
          </a:p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Real-Time Tomorrow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7A0DE-2B36-44AF-8874-4D5DB04C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514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今天稳定演示，未来实时接入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C3A8E8-6676-4CC6-979E-95287009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533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当前采用预置 xAI / Grok signal bank 保证现场演示稳定，未来可接入实时 Grok / X API。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8D951-B50D-4455-B503-4A63E608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0450"/>
            <a:ext cx="4191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1913"/>
          </a:solidFill>
          <a:ln xmlns:a="http://schemas.openxmlformats.org/drawingml/2006/main" w="11430">
            <a:solidFill>
              <a:srgbClr val="5F514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B8CBF-A0D6-4DCA-84F3-688A9307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0450"/>
            <a:ext cx="1143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4714E-032B-4AE9-B5A3-D3C84564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29050"/>
            <a:ext cx="2438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1725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Plan B /</a:t>
            </a:r>
          </a:p>
          <a:p xmlns:a="http://schemas.openxmlformats.org/drawingml/2006/main">
            <a:pPr algn="l">
              <a:defRPr sz="1725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1725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Stable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870EC-B43A-4D73-A1BC-1FC7D32D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57700"/>
            <a:ext cx="3067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211B"/>
          </a:solidFill>
          <a:ln xmlns:a="http://schemas.openxmlformats.org/drawingml/2006/main" w="9525">
            <a:solidFill>
              <a:srgbClr val="5F514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11365-10CD-4570-AC84-BB9C0876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5770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9F332B-EF41-427C-8F29-71F24ECE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14850"/>
            <a:ext cx="289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Preloaded xAI / Grok signal bank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DBE671-3EB9-4CDE-97D6-0115BB63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387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211B"/>
          </a:solidFill>
          <a:ln xmlns:a="http://schemas.openxmlformats.org/drawingml/2006/main" w="9525">
            <a:solidFill>
              <a:srgbClr val="5F514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9A59F-2FED-4E38-86C8-FE3AE588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3870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43736-7DDD-4E99-9A42-9B831351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2305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6 shelves × 9 raw signals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33D548-80C2-485A-A20A-00D28078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0"/>
            <a:ext cx="43053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4288">
            <a:solidFill>
              <a:srgbClr val="5F51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BAD58E-3CED-4FEA-BE57-F9E04EEA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0"/>
            <a:ext cx="4305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7B8A13-C250-4BC0-8B74-36AADB5E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335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DEMO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F5E74-1D76-4EF1-8D6E-7B7E845A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4D6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EB83A7-AE89-4A6F-BCAF-D9C3252C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114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A8A02B-2C73-4605-A7D7-0542580C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336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C5A06A-5B48-42EF-88CA-078AAD18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098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Persona / Density / Hot-Iced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0ED48E-3AD3-4219-B408-B2D3342C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289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4D6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48B232-0C35-4756-9CC3-3F97A02A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05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57AC96-433F-4F10-B009-E3459EF6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5242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9CBA71-E4B9-44DC-B272-0CA19004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004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Label / Pick Up page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47F603-E477-4F05-90A4-978D4F28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3860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A7D1D1-9CED-4E14-A63D-71D0DC78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14850"/>
            <a:ext cx="2914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Plan A / Real-Time Future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365550-DA22-4B4A-B0AA-BE1B5C62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196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Future Grok / X API</a:t>
            </a:r>
          </a:p>
          <a:p xmlns:a="http://schemas.openxmlformats.org/drawingml/2006/main">
            <a:pPr algn="l">
              <a:defRPr sz="975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Future 50×70mm label printing module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46CDBD-10D9-4D1C-BDD0-F1397FA4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BCFDCA-F067-4F81-9597-78289A6A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BA5820-0EBA-4F60-A243-66231894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163924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E6CBCF-6395-45DE-9392-463D746D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a5750574e74a6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425569-C30F-4877-9832-47085853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9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87ED29-A20E-490E-9E11-DFE6B874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D19219EE-AFBE-4203-A97E-69C806F0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2D0FF2F2-5463-4DAE-BEEB-19288C38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34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CLOSING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A28C9-B587-4B2B-BD5C-8ABB3FAF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51244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Don’t Read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the Age.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Drink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595661-E9AB-40FA-A855-C9284E03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743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不要只是阅读时代，把它喝下去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5F182-3A8C-4ABD-80FB-F5958B81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4953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Time Slice Coffee 让人们不只是刷到信息，</a:t>
            </a:r>
          </a:p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而是点单、萃取、理解，并带走一杯属于自己的时代切片。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04865-C044-42CC-95D3-F7F76971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 mo？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8778A1-75A0-4043-BCBD-D8F7277F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721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Don’t read the age. Drink 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71BFF-3D94-4ECF-B29A-3C93C0B0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4FD3AC-2576-4B83-A736-FE7248D1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E12605-603E-4AFA-8CDF-CA8BF719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264117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2026-05-30T07:57:10.2190000Z</dcterms:created>
  <dcterms:modified xsi:type="dcterms:W3CDTF">2026-05-30T07:57:10.2190000Z</dcterms:modified>
</coreProperties>
</file>
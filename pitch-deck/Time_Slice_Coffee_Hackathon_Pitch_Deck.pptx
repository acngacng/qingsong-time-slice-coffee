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e58f8230bb14757" /><Relationship Type="http://schemas.openxmlformats.org/officeDocument/2006/relationships/extended-properties" Target="/docProps/app.xml" Id="Rbd90d0be5fbc4fe9" /><Relationship Type="http://schemas.openxmlformats.org/officeDocument/2006/relationships/officeDocument" Target="/ppt/presentation.xml" Id="R41d392aac5934a3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179662dc2ce4155"/>
  </p:sldMasterIdLst>
  <p:notesMasterIdLst>
    <p:notesMasterId xmlns:r="http://schemas.openxmlformats.org/officeDocument/2006/relationships" r:id="R11c3cdb61b5c47eb"/>
  </p:notesMasterIdLst>
  <p:sldIdLst>
    <p:sldId xmlns:r="http://schemas.openxmlformats.org/officeDocument/2006/relationships" id="256" r:id="Rc61791864b1c4f98"/>
    <p:sldId xmlns:r="http://schemas.openxmlformats.org/officeDocument/2006/relationships" id="257" r:id="R4ba37bfa578040d3"/>
    <p:sldId xmlns:r="http://schemas.openxmlformats.org/officeDocument/2006/relationships" id="258" r:id="Raed7fc92737642be"/>
    <p:sldId xmlns:r="http://schemas.openxmlformats.org/officeDocument/2006/relationships" id="259" r:id="R1a6bbf9f301442cc"/>
    <p:sldId xmlns:r="http://schemas.openxmlformats.org/officeDocument/2006/relationships" id="260" r:id="Re6c7e6ebd55c4b30"/>
    <p:sldId xmlns:r="http://schemas.openxmlformats.org/officeDocument/2006/relationships" id="261" r:id="Rcb4160244b584039"/>
    <p:sldId xmlns:r="http://schemas.openxmlformats.org/officeDocument/2006/relationships" id="262" r:id="Red5273ee52334d32"/>
    <p:sldId xmlns:r="http://schemas.openxmlformats.org/officeDocument/2006/relationships" id="263" r:id="R718173d9defd4cc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79662dc2ce4155" /><Relationship Type="http://schemas.openxmlformats.org/officeDocument/2006/relationships/theme" Target="/ppt/theme/theme1.xml" Id="Rb97e9185ed824256" /><Relationship Type="http://schemas.openxmlformats.org/officeDocument/2006/relationships/notesMaster" Target="/ppt/notesMasters/notesMaster1.xml" Id="R11c3cdb61b5c47eb" /><Relationship Type="http://schemas.openxmlformats.org/officeDocument/2006/relationships/presProps" Target="/ppt/presProps.xml" Id="R1f925594f34241ac" /><Relationship Type="http://schemas.openxmlformats.org/officeDocument/2006/relationships/viewProps" Target="/ppt/viewProps.xml" Id="R41a5ad9c935647cb" /><Relationship Type="http://schemas.openxmlformats.org/officeDocument/2006/relationships/tableStyles" Target="/ppt/tableStyles.xml" Id="R578504ec00334bf5" /><Relationship Type="http://schemas.openxmlformats.org/officeDocument/2006/relationships/slide" Target="/ppt/slides/slide1.xml" Id="Rc61791864b1c4f98" /><Relationship Type="http://schemas.openxmlformats.org/officeDocument/2006/relationships/slide" Target="/ppt/slides/slide2.xml" Id="R4ba37bfa578040d3" /><Relationship Type="http://schemas.openxmlformats.org/officeDocument/2006/relationships/slide" Target="/ppt/slides/slide3.xml" Id="Raed7fc92737642be" /><Relationship Type="http://schemas.openxmlformats.org/officeDocument/2006/relationships/slide" Target="/ppt/slides/slide4.xml" Id="R1a6bbf9f301442cc" /><Relationship Type="http://schemas.openxmlformats.org/officeDocument/2006/relationships/slide" Target="/ppt/slides/slide5.xml" Id="Re6c7e6ebd55c4b30" /><Relationship Type="http://schemas.openxmlformats.org/officeDocument/2006/relationships/slide" Target="/ppt/slides/slide6.xml" Id="Rcb4160244b584039" /><Relationship Type="http://schemas.openxmlformats.org/officeDocument/2006/relationships/slide" Target="/ppt/slides/slide7.xml" Id="Red5273ee52334d32" /><Relationship Type="http://schemas.openxmlformats.org/officeDocument/2006/relationships/slide" Target="/ppt/slides/slide8.xml" Id="R718173d9defd4c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7abd867997cc42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13c8939635f4dad" /><Relationship Type="http://schemas.openxmlformats.org/officeDocument/2006/relationships/notesMaster" Target="/ppt/notesMasters/notesMaster1.xml" Id="Re6ab9d6f02ae4e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187d3eb7b44e7b" /><Relationship Type="http://schemas.openxmlformats.org/officeDocument/2006/relationships/notesMaster" Target="/ppt/notesMasters/notesMaster1.xml" Id="R8a512014b5d4449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ef8953451148b7" /><Relationship Type="http://schemas.openxmlformats.org/officeDocument/2006/relationships/notesMaster" Target="/ppt/notesMasters/notesMaster1.xml" Id="R8b4116b2c3d447e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1cb7db8ffff46de" /><Relationship Type="http://schemas.openxmlformats.org/officeDocument/2006/relationships/notesMaster" Target="/ppt/notesMasters/notesMaster1.xml" Id="R4dd4f377407941d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fd6a2f5c88845d6" /><Relationship Type="http://schemas.openxmlformats.org/officeDocument/2006/relationships/notesMaster" Target="/ppt/notesMasters/notesMaster1.xml" Id="R0ad545f8d3cd47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b0660f2e534971" /><Relationship Type="http://schemas.openxmlformats.org/officeDocument/2006/relationships/notesMaster" Target="/ppt/notesMasters/notesMaster1.xml" Id="R21985cee64f44ee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05e388704f405b" /><Relationship Type="http://schemas.openxmlformats.org/officeDocument/2006/relationships/notesMaster" Target="/ppt/notesMasters/notesMaster1.xml" Id="R1d4545d4f86047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072b271d4594947" /><Relationship Type="http://schemas.openxmlformats.org/officeDocument/2006/relationships/notesMaster" Target="/ppt/notesMasters/notesMaster1.xml" Id="Rb8a3f293a7b84e1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c3b98fc6ff4ea9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3bb8023e8196463d" /><Relationship Type="http://schemas.openxmlformats.org/officeDocument/2006/relationships/slideLayout" Target="/ppt/slideLayouts/slideLayout2.xml" Id="Rc96a3084bf344c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96a3084bf344c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3e6bff26f14271" /><Relationship Type="http://schemas.openxmlformats.org/officeDocument/2006/relationships/image" Target="/ppt/media/image.png" Id="Rc2b662aa3347488e" /><Relationship Type="http://schemas.openxmlformats.org/officeDocument/2006/relationships/notesSlide" Target="/ppt/notesSlides/notesSlide1.xml" Id="R4793764b6d3b4be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00016e02d54bd0" /><Relationship Type="http://schemas.openxmlformats.org/officeDocument/2006/relationships/image" Target="/ppt/media/image2.png" Id="R56d551fc6da54535" /><Relationship Type="http://schemas.openxmlformats.org/officeDocument/2006/relationships/notesSlide" Target="/ppt/notesSlides/notesSlide2.xml" Id="Raea05d22c350462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afd186d47874f5d" /><Relationship Type="http://schemas.openxmlformats.org/officeDocument/2006/relationships/notesSlide" Target="/ppt/notesSlides/notesSlide3.xml" Id="Reaff1429df9d421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b4c5227bdfa439b" /><Relationship Type="http://schemas.openxmlformats.org/officeDocument/2006/relationships/notesSlide" Target="/ppt/notesSlides/notesSlide4.xml" Id="R03572a60b24141e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c38157fcab2434d" /><Relationship Type="http://schemas.openxmlformats.org/officeDocument/2006/relationships/image" Target="/ppt/media/image3.png" Id="R55f94353a3e54717" /><Relationship Type="http://schemas.openxmlformats.org/officeDocument/2006/relationships/notesSlide" Target="/ppt/notesSlides/notesSlide5.xml" Id="R11b3aeeccd1a4f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f99ad1718b94dfd" /><Relationship Type="http://schemas.openxmlformats.org/officeDocument/2006/relationships/notesSlide" Target="/ppt/notesSlides/notesSlide6.xml" Id="Rb5b2f20e445e4e3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f93763a76e4762" /><Relationship Type="http://schemas.openxmlformats.org/officeDocument/2006/relationships/notesSlide" Target="/ppt/notesSlides/notesSlide7.xml" Id="Rd69e116a09c0439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1ab8aecb1e14223" /><Relationship Type="http://schemas.openxmlformats.org/officeDocument/2006/relationships/image" Target="/ppt/media/image4.png" Id="R987a95b9a3ec4bd9" /><Relationship Type="http://schemas.openxmlformats.org/officeDocument/2006/relationships/notesSlide" Target="/ppt/notesSlides/notesSlide8.xml" Id="R4f91bf1efcf4407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016A747-0345-45EF-9A58-0AE01112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662aa3347488e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88566E-EC57-4912-BA22-91057D191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905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E3B1E-9E89-47F7-A832-6BD9C51D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6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1-marker">
            <a:extLst xmlns:a="http://schemas.openxmlformats.org/drawingml/2006/main">
              <a:ext uri="{FF2B5EF4-FFF2-40B4-BE49-F238E27FC236}">
                <a16:creationId xmlns:a16="http://schemas.microsoft.com/office/drawing/2014/main" id="{67E40D8D-8046-40FE-AC9E-90CC0323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24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1-label">
            <a:extLst xmlns:a="http://schemas.openxmlformats.org/drawingml/2006/main">
              <a:ext uri="{FF2B5EF4-FFF2-40B4-BE49-F238E27FC236}">
                <a16:creationId xmlns:a16="http://schemas.microsoft.com/office/drawing/2014/main" id="{A652E973-BDDD-4030-8576-69B1E168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52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HACKATHON PITCH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80BB9-3034-4B20-A83C-E52F3B0B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762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Time Slice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05877-F4BC-44DB-A9F6-EDA0C207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47625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33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 mo？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DDBF76-2B56-4755-A337-AF7710C6F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29000"/>
            <a:ext cx="46863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把今天真正重要的一则变化，</a:t>
            </a:r>
          </a:p>
          <a:p xmlns:a="http://schemas.openxmlformats.org/drawingml/2006/main">
            <a:pPr algn="l">
              <a:def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装进一杯咖啡里。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2B43B0-86F4-471D-AFE6-1DBF07421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14325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C4AD28-684D-4C0D-9F0B-8E214EE32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33900"/>
            <a:ext cx="3143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82884-88F7-4785-A9BA-3D40E18C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610100"/>
            <a:ext cx="1823085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3C9DFB-35D8-4833-A180-179B1D2AC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61962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34139E-16C5-4BD6-9A68-8D59AF746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6035" y="4619625"/>
            <a:ext cx="100584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6CDAFF-C5F1-4772-910C-9E8CAC01C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5775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87F309-D24E-41C0-9E13-1E9750639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255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5B3A56E-3DAE-434E-B5DF-AE5B55690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488975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8EF88-9D20-4304-A7B8-5048866B4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777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EF72CF-A721-4C72-B3C2-4CB5FED8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6257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DC1CCB-5805-4D97-87F9-6CEEC87BF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04977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E6EABC-2FE9-48B3-A8B5-DE1D8ADDD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7779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1B6BB8-C86D-41B4-A883-F5663FBD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2259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A64355C-CF6B-4370-AA4D-D672F3979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20979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18E59A1-4CED-41E3-8928-3FB7F9246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3781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4695C82-9EF8-45EE-ACAC-7E9A1F0C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8261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CE5190-EFE7-4638-BFE7-C94816BF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36981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D936663-5363-4370-8E54-1A644666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97830"/>
            <a:ext cx="3143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B71EFF-9100-4F7C-A0CA-D05889C11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42636"/>
            <a:ext cx="1100137" cy="7360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1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TODAY'S SLICE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2A1F28-FF3A-49F0-B193-70F495AB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7385" y="5529834"/>
            <a:ext cx="1728788" cy="8961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3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63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DE10B7-7F0A-46D3-BD36-A98CDB82D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49B4CD-8086-4C9A-A9EC-9EC31EAC8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72B8261-1CD1-41D5-877A-474B52FBF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25A6CD0-8304-45F7-8555-7E372278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441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D36B9B-0002-4C5F-BC72-3B4014247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3DFF349-6A4A-4587-A48B-5ACC549F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8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0BF1132-7940-4ED4-94F6-2E5B94DC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8B524E-D258-47DD-A05F-463CF1BF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1EA73-B8AE-48EF-BB14-41CF5A5D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FF0F9D5-F751-408F-8BE5-DF10BB69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873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C3C5626-5FF2-46F7-A685-527D8B2EF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274F0E1-666A-41E5-8BFF-448AEE9A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351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DAA527-A76C-4598-8509-219C5798C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34050"/>
            <a:ext cx="3238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5CE59DE-F519-4EDB-900A-16EAA4CE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8288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31CC57A-74A4-49B2-BBDD-6B22E0EC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0675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0810B17-008D-46B2-A610-09E3FA01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063" y="5734050"/>
            <a:ext cx="1714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1013B05-1E04-4242-8AF9-E5F2077D4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5724525"/>
            <a:ext cx="13335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156542E-AD55-4BFE-B69B-EA5EE698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895850"/>
            <a:ext cx="1428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An information consumer product</a:t>
            </a:r>
          </a:p>
          <a:p xmlns:a="http://schemas.openxmlformats.org/drawingml/2006/main">
            <a:pPr algn="l">
              <a:defRPr sz="10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for the AI age.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FA65990-7D98-4E1D-95AB-E796389CF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E61E5F1-0698-4A0F-A4AD-964F0F91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39E3772-EACC-4B9D-8C60-3DB6321CB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5717651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E1899C-3C2B-4823-A73D-27131EA9A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d551fc6da5453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C54B857-2DEE-4CAB-BA40-6BCEAA15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715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9098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DC7C5D-4C9D-4BB7-8A8F-03DB14223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1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2-marker">
            <a:extLst xmlns:a="http://schemas.openxmlformats.org/drawingml/2006/main">
              <a:ext uri="{FF2B5EF4-FFF2-40B4-BE49-F238E27FC236}">
                <a16:creationId xmlns:a16="http://schemas.microsoft.com/office/drawing/2014/main" id="{3E615E74-EFA1-41BC-BD88-D3289FACC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2-label">
            <a:extLst xmlns:a="http://schemas.openxmlformats.org/drawingml/2006/main">
              <a:ext uri="{FF2B5EF4-FFF2-40B4-BE49-F238E27FC236}">
                <a16:creationId xmlns:a16="http://schemas.microsoft.com/office/drawing/2014/main" id="{A372AAC6-0988-45A3-AC85-E6337E8C6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399FC9-83B8-46D8-BB85-B6EA31B1E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4762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Every Signal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Pretends to Matter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2C8949-794E-4CE8-89B9-6629F323D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4762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每一条信息都装作自己很重要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9AA039-2132-467D-A9A9-16BA1520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19450"/>
            <a:ext cx="46482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AI 时代的问题不是信息不够，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而是每天都有太多数据信号在制造 FOMO。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E26AD7-35E4-4FAD-9561-8DB66FC4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57700"/>
            <a:ext cx="4000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B574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3EE59A-2920-4CD3-88CE-BC5242C15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39624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People fear missing out, falling behind, or being replaced. The pressure comes from too many signals pretending to be urgent.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F983EE-89D6-4E25-A6BB-AA9997EB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895350"/>
            <a:ext cx="17526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>
              <a:alpha val="65882"/>
            </a:srgbClr>
          </a:solidFill>
          <a:ln xmlns:a="http://schemas.openxmlformats.org/drawingml/2006/main" w="9525">
            <a:solidFill>
              <a:srgbClr val="6B5748"/>
            </a:solidFill>
            <a:prstDash val="solid"/>
          </a:ln>
        </p:spPr>
        <p:txBody>
          <a:bodyPr xmlns:a="http://schemas.openxmlformats.org/drawingml/2006/main" lIns="114300" tIns="114300" rIns="114300" bIns="11430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AI UPDATE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MARKET ALERT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WORKFLOW SHIFT</a:t>
            </a:r>
          </a:p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MODEL RELEASE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B88AE9-3E4B-4008-9151-CD2BA5C9D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4AC30-7BA1-42DA-B5DE-4ECF2ACFC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A19B92-59C8-4971-A7D8-606840838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9612459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67D82F6-9AAA-475F-93EF-4A5FB6C16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3-marker">
            <a:extLst xmlns:a="http://schemas.openxmlformats.org/drawingml/2006/main">
              <a:ext uri="{FF2B5EF4-FFF2-40B4-BE49-F238E27FC236}">
                <a16:creationId xmlns:a16="http://schemas.microsoft.com/office/drawing/2014/main" id="{2D0648D5-834A-4430-8ECE-7729624B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3-label">
            <a:extLst xmlns:a="http://schemas.openxmlformats.org/drawingml/2006/main">
              <a:ext uri="{FF2B5EF4-FFF2-40B4-BE49-F238E27FC236}">
                <a16:creationId xmlns:a16="http://schemas.microsoft.com/office/drawing/2014/main" id="{49B85322-4463-4B01-827E-F6328354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862A6A-4113-4906-A849-080C0B25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Understanding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Becomes a Product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F70F8-C5BC-40FF-BD6D-69A8C503C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3360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理解，正在变成一种消费品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772858-7C7D-49F0-B881-5CFD29A4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229100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过去，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人们买水是为了解渴。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后来，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人们购买品牌、身份和生活方式。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而 AI 时代，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人们开始购买：</a:t>
            </a:r>
          </a:p>
          <a:p xmlns:a="http://schemas.openxmlformats.org/drawingml/2006/main">
            <a:pPr algn="l">
              <a:def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025" b="1">
                <a:solidFill>
                  <a:srgbClr val="15100D"/>
                </a:solidFill>
                <a:latin typeface="Microsoft YaHei UI"/>
                <a:ea typeface="Microsoft YaHei UI"/>
                <a:cs typeface="Microsoft YaHei UI"/>
              </a:rPr>
              <a:t>对这个时代的理解。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AAC489-90AD-4617-AB38-2F392974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29000"/>
            <a:ext cx="50673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056CF5-2E74-4241-BDB0-FD968264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A06BE2-5EA1-42DF-9AE1-1893BFC0E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21A8A5-184C-412D-966C-7B4917703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C84110-C310-4E51-9A77-3AEB21C93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Water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B77ADB-BAB8-4BB0-A7E6-28B76216D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解渴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64DDA4-B937-45D6-8181-8437BD37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1B2D54-5C40-4A5C-B2C7-D7E110D24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64107E-5D0F-437D-9083-404B87F3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EE496A-034D-4EC8-B95A-898DA01F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Brand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BCDE20-A5A1-45C3-B2AC-FEB53B58A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身份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59ACAF-3AE5-41F1-A3B7-7D2800CE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419350"/>
            <a:ext cx="142875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AE5922-25E9-47F0-918C-0FD803114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098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65EE3B0-FABB-408D-A930-5E309355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7146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309DAC-35C9-4763-BBA8-18696C4C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62300"/>
            <a:ext cx="1085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Coffee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0221A98-7D90-45FC-AE5F-C4437058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448050"/>
            <a:ext cx="1085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生活方式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A37CA2-0435-498A-A375-D6F5D91A8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7145">
            <a:solidFill>
              <a:srgbClr val="15100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5E016E-43A7-426E-A608-93DFF3D43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152900"/>
            <a:ext cx="18097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2EF7AEE-A0CC-49C1-9A8E-27C998E04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248150"/>
            <a:ext cx="10668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NEW CATEGORY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67D1FD8-E234-4B2F-B790-9DF953E18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629150"/>
            <a:ext cx="4191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F34485-97A1-4B54-910D-521F26DF4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4733925"/>
            <a:ext cx="190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125" b="1">
                <a:solidFill>
                  <a:srgbClr val="FFF9EF"/>
                </a:solidFill>
                <a:latin typeface="Microsoft YaHei UI"/>
                <a:ea typeface="Microsoft YaHei UI"/>
                <a:cs typeface="Microsoft YaHei UI"/>
              </a:rPr>
              <a:t>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52211-DF46-4E52-93E1-C1011901B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162550"/>
            <a:ext cx="14668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75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Info Coffee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4F77E5-1AF8-4DB8-ADF0-1B826ACEB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429250"/>
            <a:ext cx="1466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5482E"/>
                </a:solidFill>
                <a:latin typeface="Aptos"/>
                <a:ea typeface="Aptos"/>
                <a:cs typeface="Aptos"/>
              </a:rPr>
              <a:t>时代理解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7EAB01-4EB4-45DA-8FDC-9450A2E3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283845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60C15B2-A03F-4D62-97D4-276D5E78C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4686300"/>
            <a:ext cx="438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523AAF-D036-44E8-901B-58C77388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905500"/>
            <a:ext cx="5048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Packaged understanding becomes a product.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1EE82C0-2AF4-42C1-8431-563365604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11F4FB0-BA63-4373-B6AA-31849B52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931AD6B-F464-4D9D-8572-FD7690028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011262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5D14AAF-1CBC-4DDC-863E-D5E1D77E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4-marker">
            <a:extLst xmlns:a="http://schemas.openxmlformats.org/drawingml/2006/main">
              <a:ext uri="{FF2B5EF4-FFF2-40B4-BE49-F238E27FC236}">
                <a16:creationId xmlns:a16="http://schemas.microsoft.com/office/drawing/2014/main" id="{3CEC49AB-7495-4EBA-B277-3ED3499B0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43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4-label">
            <a:extLst xmlns:a="http://schemas.openxmlformats.org/drawingml/2006/main">
              <a:ext uri="{FF2B5EF4-FFF2-40B4-BE49-F238E27FC236}">
                <a16:creationId xmlns:a16="http://schemas.microsoft.com/office/drawing/2014/main" id="{662546C5-C1C0-4878-9968-E87D0698A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43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PRODUCT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FD6EA7-A54C-44AD-9C09-21BEA5FCD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04900"/>
            <a:ext cx="41719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An Information</a:t>
            </a:r>
          </a:p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Coffee Bar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1344C6-ADA9-4C0A-B090-C6849A02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4171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15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for the AI 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0E3F67-E3AC-46C0-BA65-E84F5A062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3619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AI 时代的信息咖啡吧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B4523F-8ADD-429F-94BC-962E607E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46291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Time Slice Coffee 把真实信息流中的重要变化，</a:t>
            </a:r>
          </a:p>
          <a:p xmlns:a="http://schemas.openxmlformats.org/drawingml/2006/main">
            <a:pPr algn="l">
              <a:def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725" b="0">
                <a:solidFill>
                  <a:srgbClr val="F8F0E6"/>
                </a:solidFill>
                <a:latin typeface="Microsoft YaHei UI"/>
                <a:ea typeface="Microsoft YaHei UI"/>
                <a:cs typeface="Microsoft YaHei UI"/>
              </a:rPr>
              <a:t>萃取成不同身份可理解、可带走的时代信息切片咖啡。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C04C7-9174-40D6-8F3F-FB74ED075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10150"/>
            <a:ext cx="4000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We turn reading information into ordering a cup.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6F89C6-82BE-4B81-9D19-5AF766F55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491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9050">
            <a:solidFill>
              <a:srgbClr val="6B574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EC87B2-7AFD-41D6-8FEF-6C1F4D716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742950"/>
            <a:ext cx="53340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191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1A7D15-88E3-4D87-8EE2-C8BD9D70C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952500"/>
            <a:ext cx="20002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165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TODAY'S MENU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A17926-4EB6-4956-BFCB-AEA37DDF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009650"/>
            <a:ext cx="2324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defRPr>
            </a:pPr>
            <a:r>
              <a:rPr sz="900" b="0">
                <a:solidFill>
                  <a:srgbClr val="CDBFAE"/>
                </a:solidFill>
                <a:latin typeface="Aptos Mono"/>
                <a:ea typeface="Aptos Mono"/>
                <a:cs typeface="Aptos Mono"/>
              </a:rPr>
              <a:t>6 shelves × identity × density × serve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7680EB-EE1D-432C-98B6-0B8EAF684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A9FF40-EE6A-42EE-9FDC-0728519A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632F71-14AA-4917-904F-4525F934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55F90F3-877A-48AC-82DE-8EA4464D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AI 前沿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05700D-925B-44D9-8607-DACDAC22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6994D3-ED43-4F71-93E8-E4B84CFF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6954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36E49A-0D98-4947-B0EE-D645108B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7716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 &amp; Workflow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12B1B3-874C-4166-9437-15079D5E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9621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构建工作流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2BB6E7-FF8B-4237-8476-6E370B80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7F8CB7-16BF-402A-9E6F-4DCD60D60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D318C2-906E-4506-B094-B846D39F0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 &amp; Creation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F95E11-82DA-4F17-8C99-636479C06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设计创作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6E6855-DE72-4CEC-9C5C-84AAB07FA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13C0EE-66A0-4C5E-B39B-B1442C17A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4193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3F8017-4ABC-48D5-8906-A1BA40E81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4955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Market &amp; Capital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07DFE5E-6D81-4736-AA52-C2F299DE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860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市场资本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479D0BE-4D1E-4622-B2A6-27F3F8F82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1E7C97-1BA4-4C2E-A6CC-E4ACD6F4E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FEA86F-1DF2-4EFF-9F6B-AC5EFDC97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Self Upgrade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1E23E1-EE1B-42CA-977F-956E1DDBC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自我升级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41388BB-4EBE-40FC-A0E8-BF4BD0026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20764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8E5D37C-083C-490E-8539-27CE029E4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43250"/>
            <a:ext cx="47625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56F8BE-1191-4BA7-9164-8716F5D6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219450"/>
            <a:ext cx="1771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Life Signals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4BC766-D400-48BD-8285-71C65BF1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3409950"/>
            <a:ext cx="17716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825" b="0">
                <a:solidFill>
                  <a:srgbClr val="8C8175"/>
                </a:solidFill>
                <a:latin typeface="Microsoft YaHei UI"/>
                <a:ea typeface="Microsoft YaHei UI"/>
                <a:cs typeface="Microsoft YaHei UI"/>
              </a:rPr>
              <a:t>生活信号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3F4A11-BD2A-41BD-BF1B-E3690E2F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943350"/>
            <a:ext cx="44577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C1DE90-8F99-405A-A51D-58D4E7131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14800"/>
            <a:ext cx="1333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ORDER RECEIPT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4EDAD3D-41DF-4401-A94B-4BDD26F13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14800"/>
            <a:ext cx="2419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C8175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8C8175"/>
                </a:solidFill>
                <a:latin typeface="Aptos"/>
                <a:ea typeface="Aptos"/>
                <a:cs typeface="Aptos"/>
              </a:rPr>
              <a:t>Information coffee is ordered as a label schema.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7885A1-361D-4A76-AA34-51427DFA7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9BD3F74-C17F-4387-8587-F5DB6361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B02FC77-4487-4CD0-8FDE-BD33117B0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01  SHELF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7113D3A-EF73-4620-888F-7DE56B6B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DDAB287-1920-4D8B-89A0-0B2771D8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4386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E33AE0-758E-4FDD-9B00-5863EA1F3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4862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02  RAW SIGNAL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FDD19BF-0D08-443B-A844-95E032819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727863C-102A-49D6-B6F1-7E741DC7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BF72E81-EE91-4178-8183-DBB100086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03  PERSONA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3D13928-D444-414A-BCD8-27FB40F0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E20068-9737-4DCD-B601-6B2FF79F0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72440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1AEEBED-F2A3-4FC9-BFD9-6C5CF48B0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477202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04  DENSITY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C9A3F37-63AB-4673-9184-053DBA705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4FEEB21-8E7A-488F-B66A-04EE4A59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DAE9846-7B43-4637-9E28-D5BBC670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05  SERVED MODE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8E204E-56C7-4731-B5D4-6EEC34EB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1790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6001A3-7D9A-4B98-A1E3-7E6CEB6EA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0101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FEAF1DC-A35D-4C0C-96DD-D47DBEC8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5057775"/>
            <a:ext cx="16383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06  BREW RESULT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06D1172-93F1-4A05-9036-F46BA354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C64BA9F-E2F2-42F7-8DCF-D434F24E1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D2BD66DB-7D52-4B42-AF38-B4ECC624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8703476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1CFA4C3-7FB4-40F4-A003-909DB98A4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f94353a3e54717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6E9B6A-E57A-41BF-8805-570FA44BA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2171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6F29BC-6FDA-41BA-9401-EBC7D7EF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191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65882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5-marker">
            <a:extLst xmlns:a="http://schemas.openxmlformats.org/drawingml/2006/main">
              <a:ext uri="{FF2B5EF4-FFF2-40B4-BE49-F238E27FC236}">
                <a16:creationId xmlns:a16="http://schemas.microsoft.com/office/drawing/2014/main" id="{B8B0CD16-C603-4C02-B12D-EFD9B4CD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00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5-label">
            <a:extLst xmlns:a="http://schemas.openxmlformats.org/drawingml/2006/main">
              <a:ext uri="{FF2B5EF4-FFF2-40B4-BE49-F238E27FC236}">
                <a16:creationId xmlns:a16="http://schemas.microsoft.com/office/drawing/2014/main" id="{E13EDF66-4196-47F7-BC2D-F4B891C19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WORKFLOW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14750-1B0A-403F-AAAB-D075A52B7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5905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From Raw Signal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to Brew Result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43B4E9-19A7-4A58-9E83-6FF69DF9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85950"/>
            <a:ext cx="590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从原始信号到一杯信息咖啡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365FE-3ACE-4B86-9E8B-20CCC74B5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86000"/>
            <a:ext cx="8058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84706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750183-71EF-4398-9D0C-C2AC929C3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781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 → Extracted Slice → Persona → Density → Served Mode → Brew Result → Label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E32F83-8B5B-4E6F-B211-2BDE4684C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013" b="0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Extraction + identity translation + concentration control + serving mode + packaging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2B9552-C776-4BC0-8AE5-0E3F32B2C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E73249-01CB-418D-B2FE-0B93C1B0F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415343-C9E1-490B-B112-71B7B035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C3169D-1C6F-49B2-937C-4E542E3C9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1066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40E50C-4181-4FFE-8F66-6D5E1759B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452613-77A3-4F29-AB12-97B5BBB6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3114675"/>
            <a:ext cx="9144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E8A67-499B-4EFB-BCF3-3C1E50DF3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12954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8DCFEB-448B-4F1D-AEEB-E6BE187B9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067050"/>
            <a:ext cx="3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74A727-4738-4FED-831D-1E168194F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114675"/>
            <a:ext cx="1143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675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SERVED MODE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8F815E-37B7-4028-842C-118205CB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0F84A07-A5F6-44B8-8BF2-CA7DEF93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876C52-01D1-4DEA-8103-98B1DEB49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B0B82E-82E3-4101-A24D-AE072B62C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2EE1BE-E49D-469B-9439-21CA2360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A65092-29C6-4EE0-8EF0-DC032AB3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EA7022-592D-49AA-949D-A723C3AA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50E06AF-57F2-44DA-A830-1AECD3A2F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10613D-3F39-416E-B93F-0D93D6FC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7BD95B-D036-4B70-8F66-A42CD35B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16383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>
              <a:alpha val="94118"/>
            </a:srgbClr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643FFB9-93B5-4421-8B04-D13D03783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219700"/>
            <a:ext cx="571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24EC87-D716-4941-BB0B-D04F5273B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305425"/>
            <a:ext cx="1314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LABEL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EBA1464-9460-480C-B7C5-1EC91DA24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19E18-6074-4823-AD9E-A7EB45F1A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876550"/>
            <a:ext cx="1885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A9A624-CD67-4806-A2FA-08D8DC707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952750"/>
            <a:ext cx="1093851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285AE87-41D7-40CE-9AC4-38CC9418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29622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6DC1170-7BEA-4B1E-8091-36C740797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3551" y="2962275"/>
            <a:ext cx="603504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TS-042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5C5159-E801-45DF-9991-3702E345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7660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5BE12FA-C350-4CC3-BDD4-35ED29FF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35020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EXTRACTED SLICE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612BB54-DAB3-4814-BB45-1B86308F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32917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changed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223D0CD-C5BD-4809-A0B3-BBE4F8865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53949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644FF68-D399-4CD8-8789-72FB9F51C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61309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3B5EAEA-FF04-49B5-9553-16A19A4DB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59206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B9902C-C4AD-487B-9202-D0FDA61C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80238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33BBA47-B93C-490E-B7BD-9082D025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87598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E61735-F31D-465F-9D84-8E06DB9D4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385495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C7ACE81-4C1D-4F6E-BCDE-187D7402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6527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04AC5A-D73A-4A8D-A406-524BEB581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13887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C2FFD82-55D8-41C0-A0B8-99C46BE0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11784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858202E-2A3A-43B1-B93C-CA08B97B9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28160"/>
            <a:ext cx="1885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06E1F6C-5E1E-4033-9679-197167250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401769"/>
            <a:ext cx="660083" cy="1209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E12DEE1-5947-4EDC-9D11-784560701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46361" y="4380738"/>
            <a:ext cx="1037273" cy="14721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For you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E091473-EBCB-4A2D-AA09-7B78D40B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84AB13A4-2163-42CC-AF70-013633017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63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D8F32E-CAA8-4523-8E38-E6F03D27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7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382590-D138-480F-AD54-CEA93306F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1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125B368B-0A32-43FA-91BB-2B2EED9D8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BBED105-81DA-4799-9B28-0838715F0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59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625F291-0737-4A4E-868B-4BCFB20C7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E8B92D49-EE19-4414-A6EB-1BC70506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07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40055C-1B25-4C1D-9578-B164455F8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68A70AD-955F-4B4C-ADE8-1D136AF25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548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F37A34A-D7B9-43AB-8DC7-B7DC87C6C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FE6E691-683F-4484-9AFE-3C175C7FB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2026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7A23F0-43A2-4C4D-B0A5-269125241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672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E0BD35F-D1F7-4E48-8F04-662C0AA29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5038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84D8E35-B1A2-4DC8-94E2-F602D276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425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B2CC032-87F1-42C5-A8B6-363C231CF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9813" y="46672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316E457-BDC7-45E2-B36E-DA1555BE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6577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7EF8D09-AEA0-4F2F-B2DC-50AE229C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5698A2B4-6972-472E-B8DD-5E5824EF4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A77EEC86-67C1-4D0C-99C5-8FE57CFE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5283043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E97630-5590-4D4E-B6ED-60D4B3233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6-marker">
            <a:extLst xmlns:a="http://schemas.openxmlformats.org/drawingml/2006/main">
              <a:ext uri="{FF2B5EF4-FFF2-40B4-BE49-F238E27FC236}">
                <a16:creationId xmlns:a16="http://schemas.microsoft.com/office/drawing/2014/main" id="{21C0327F-116F-4B00-9FA2-2698FDFA9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6-label">
            <a:extLst xmlns:a="http://schemas.openxmlformats.org/drawingml/2006/main">
              <a:ext uri="{FF2B5EF4-FFF2-40B4-BE49-F238E27FC236}">
                <a16:creationId xmlns:a16="http://schemas.microsoft.com/office/drawing/2014/main" id="{7C97EBD6-3DD1-4C88-A9DF-52CDBD73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DEMO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7382B8-263A-4042-BD7C-D5B1D48E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53340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One Signal,</a:t>
            </a:r>
          </a:p>
          <a:p xmlns:a="http://schemas.openxmlformats.org/drawingml/2006/main">
            <a:pPr algn="l">
              <a:defRPr sz="33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Six Different Values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282DC7-9F98-46A3-8C9A-611957F93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81200"/>
            <a:ext cx="5334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同一条信号，六种不同价值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E6EEE9B-C81E-4C5A-9EB4-AEE0A21A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1250"/>
            <a:ext cx="628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6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同一条 Raw Signal，被翻译成六种可带走的个人意义。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63035-1044-4EBB-B61B-F6C38A6F7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00400"/>
            <a:ext cx="4000500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795109-2346-4655-8163-2D0309AC0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467100"/>
            <a:ext cx="1143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RAW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6F0AA6-4E49-464A-BB9D-76EEBFD2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810000"/>
            <a:ext cx="2990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8F0E6"/>
                </a:solidFill>
                <a:latin typeface="Aptos"/>
                <a:ea typeface="Aptos"/>
                <a:cs typeface="Aptos"/>
              </a:rPr>
              <a:t>A new model or workflow shift changes what people can learn, build, fund, design, or use.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F8FB9B-595A-4128-AD53-39E6F13DF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5C20D8-3DA9-4332-B8D8-E1C151390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857625"/>
            <a:ext cx="30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0BAA91-6D6C-4BDE-8639-D4BE1E9B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4AFE96-4DEC-4681-9623-30031F0C5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872020-BA7A-4110-A84B-A968295C7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AC2169-CB2E-482E-A4BF-2A2703916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STU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4C2FC-031C-47EB-9AF9-1CA346794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53F06F-F110-4C3A-8813-FCC217BDA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4F7403-F585-435C-890A-A311B51C1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421D5E-7F49-48C0-B57B-181CEE2FA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Student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65CB7A-F5DC-4A53-B27F-F84F21B2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0B52D7-7360-41E7-92C6-C505BFB5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CB5126C-FCA9-4A9A-BE27-3A8D3475E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should I learn next?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D58CAC-41DF-4FBE-8D9B-4C4FB752B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E65CB98-177F-400E-9808-EECD3E75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D2CEF8-8369-405F-85FA-D9FD4070C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F349976-A7DD-493F-822B-C362C08E7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06D5EE-20A7-42F0-8B80-3E9729FF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FAE105-494E-49F2-989A-9F8E7C6A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DES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FBCE232-00EA-4B0B-A8A5-A6A0C5235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532778C-C5D5-4C01-B797-80D5FDAD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25F8D4-97B4-45CC-9718-E17B851E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1FCF91B-E75D-494C-AF5E-ADDF2376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Designer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F9B3FE-AF74-4464-8B10-67E98E0F2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0F91D85-F5B2-4883-AD9B-BE73490A4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DEACFBF-0630-4BB1-93A7-6B280C12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How will experience change?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158E169-8126-4FD8-B4AC-654D127B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0658369-124C-4507-9467-E51E0B37D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706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EAACC4D-F7DB-4801-A86C-1865369E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CD28E9A-41F9-47A9-97BB-C4D194D11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71A7F02-AF5E-4A36-AAF8-BED25A9CF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759BA7E-F277-4853-A920-8FBC9BB3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FOU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956F59-3865-41F0-A98D-7D06BD1F5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3E959D-15F5-4B76-A30E-D615BD5F6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39DD68C-5CC4-406F-8D3E-C3F85B7E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B2884E3-3F5F-4D7F-90B7-E18DC6E4F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Founder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E33A788-368A-443B-9017-D6FBAF729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8FE9F68-4BD5-4718-A7B9-3F1D2DA0C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F6186FB-EFE7-4189-8663-6E30176E3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Where is the opportunity?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E43C881-F5D7-4583-9ECB-97454F8C2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5A65F49-4EEF-4E3C-8069-00534FD2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F32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3615701-83C3-4D10-945C-38684A2C6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892F560-769B-4442-ACA0-058A32E84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9146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8053535-C882-47C4-83F9-39EBE077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9908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106F412-E1C7-4A27-8B82-7B35114F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9908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BUI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56C42B4-20BE-4A79-9D46-F04B0AC71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29908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6703A7E-32C9-4D1B-A30B-968A1EC1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1813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AFAACE2-9694-4478-AA39-C9905796B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2766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758F385-795B-4100-BDCD-0B70AC7B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385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9190393-BFF0-4B43-9F05-7F132AE9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4671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5D3830D-9E1C-495B-9908-C155B10AF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5814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0041D4C-4733-40FF-982E-ED76BA07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5242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can I build with this?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08E47B92-0841-4499-A4E8-267C1127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576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2F3F598-BEE5-4D7F-81AD-7C369D68E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36385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D1894063-24B2-4322-BBDD-5F6E470D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02E3599-2136-4BC8-8473-D0B7CD95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03860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D9A57C30-E23D-49E1-BB2A-78CCFAB98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11480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402D3752-DB10-4F1D-8B3F-0862D0B0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411480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VC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05DFDB3-7D9E-40D2-8149-172193F9C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411480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E00ABAE-4355-4D8F-9265-DCDC8AEC7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3053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7C84D34-A9CE-480A-A3FE-8D3EAE253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4005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BEEF9661-A6C7-4865-89AE-F1E2CB793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36245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VC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19B0590B-88AA-4417-80C6-82F2FD37C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45910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48A7203-73E6-4ED9-AA1F-00DF66E2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0535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41AB913-BE2B-4F65-ABB7-0E4D732A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464820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market shift is happening?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33381C9-5C0B-493E-9B80-EF1359E68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78155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51972B8-4564-4186-9579-A10753992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476250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E694228-B70E-4DA7-A363-04816BFDC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895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15100D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11045E86-4B21-4A12-8F85-4E112B5C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162550"/>
            <a:ext cx="2476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8FD0B89-7303-4CD5-9C13-53B4AFF7D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38750"/>
            <a:ext cx="1238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4322DB8-CC4A-4095-99F4-0B8C345B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5238750"/>
            <a:ext cx="2857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6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EVE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9270115-3978-4B73-9F31-D3471F54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53800" y="5238750"/>
            <a:ext cx="762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F9D9CF63-5F69-4F87-B3C9-B843176F9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42925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8F42714E-E398-4212-9530-22E9EAE77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5245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A52D88CB-279C-4B28-8AD0-77F08CCF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5486400"/>
            <a:ext cx="15811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Everyday Person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580BEBF-85A0-4BFA-A859-5F0FA509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5715000"/>
            <a:ext cx="247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9BD0D7D3-EC59-400A-BBC5-70FC1A27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829300"/>
            <a:ext cx="5715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52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VALUE</a:t>
            </a:r>
          </a:p>
        </p:txBody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7BC174C-EA04-4D35-8DCF-07BCE7BA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5772150"/>
            <a:ext cx="1562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does this mean for my life?</a:t>
            </a:r>
          </a:p>
        </p:txBody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F084D10-3E8A-4E46-A3B2-0D2FED215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905500"/>
            <a:ext cx="381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9CB20FA-A151-4C82-B862-851F88FC7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86450"/>
            <a:ext cx="9525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228E442B-76E7-48C3-B266-21CBCC6F2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4933950"/>
            <a:ext cx="4991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79FFCE3F-B7ED-45D9-8B94-B49522C59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048250"/>
            <a:ext cx="20002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defRPr>
            </a:pPr>
            <a:r>
              <a:rPr sz="1050" b="1">
                <a:solidFill>
                  <a:srgbClr val="B5482E"/>
                </a:solidFill>
                <a:latin typeface="Aptos Mono"/>
                <a:ea typeface="Aptos Mono"/>
                <a:cs typeface="Aptos Mono"/>
              </a:rPr>
              <a:t>Not shorter information.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99F66C24-4BB1-47A2-A147-7F36268F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5257800"/>
            <a:ext cx="43434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41913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241913"/>
                </a:solidFill>
                <a:latin typeface="Aptos"/>
                <a:ea typeface="Aptos"/>
                <a:cs typeface="Aptos"/>
              </a:rPr>
              <a:t>The value is translating the same change into different personal meanings.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462897B3-E94A-4770-B7FC-4F2DC64BD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804FBACA-C4DF-4A0A-94FD-736B56671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1B5467C3-E2C3-40E8-BBF4-423A714A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91891964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2C1C3E3-5C07-4C7A-9C61-01B0378A7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07-marker">
            <a:extLst xmlns:a="http://schemas.openxmlformats.org/drawingml/2006/main">
              <a:ext uri="{FF2B5EF4-FFF2-40B4-BE49-F238E27FC236}">
                <a16:creationId xmlns:a16="http://schemas.microsoft.com/office/drawing/2014/main" id="{5C8B5685-BE7E-4ECA-9C56-1CDCDFEF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626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07-label">
            <a:extLst xmlns:a="http://schemas.openxmlformats.org/drawingml/2006/main">
              <a:ext uri="{FF2B5EF4-FFF2-40B4-BE49-F238E27FC236}">
                <a16:creationId xmlns:a16="http://schemas.microsoft.com/office/drawing/2014/main" id="{10DFC071-4138-4753-A005-3DA87D297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762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TECHNOLOGY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8F1FF0-2F38-46A3-8205-9109CA89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52500"/>
            <a:ext cx="5143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Stable Today,</a:t>
            </a:r>
          </a:p>
          <a:p xmlns:a="http://schemas.openxmlformats.org/drawingml/2006/main">
            <a:pPr algn="l">
              <a:defRPr sz="3300" b="1">
                <a:solidFill>
                  <a:srgbClr val="F8F0E6"/>
                </a:solidFill>
                <a:latin typeface="Georgia"/>
                <a:ea typeface="Georgia"/>
                <a:cs typeface="Georgia"/>
              </a:defRPr>
            </a:pPr>
            <a:r>
              <a:rPr sz="3300" b="1">
                <a:solidFill>
                  <a:srgbClr val="F8F0E6"/>
                </a:solidFill>
                <a:latin typeface="Georgia"/>
                <a:ea typeface="Georgia"/>
                <a:cs typeface="Georgia"/>
              </a:rPr>
              <a:t>Real-Time Tomorrow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ACBC2B-9314-407B-B0D4-A03DD268B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019300"/>
            <a:ext cx="5143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575" b="1">
                <a:solidFill>
                  <a:srgbClr val="D8CDBE"/>
                </a:solidFill>
                <a:latin typeface="Microsoft YaHei UI"/>
                <a:ea typeface="Microsoft YaHei UI"/>
                <a:cs typeface="Microsoft YaHei UI"/>
              </a:rPr>
              <a:t>今天稳定演示，未来实时接入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D776CD-237B-468B-8800-664FA42C6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19350"/>
            <a:ext cx="5334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8F0E6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F8F0E6"/>
                </a:solidFill>
                <a:latin typeface="Aptos"/>
                <a:ea typeface="Aptos"/>
                <a:cs typeface="Aptos"/>
              </a:rPr>
              <a:t>The demo is stable today; the architecture points toward real-time information coffee menus.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B012FE-3C17-462F-99DD-8AF163A5C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09950"/>
            <a:ext cx="47625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4288">
            <a:solidFill>
              <a:srgbClr val="5F514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4330BB-9A3B-4E3C-9461-41B8CEB4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0995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7A8A51-27D8-4AF9-97CA-28796E315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0995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67C81-7E6B-4302-A796-5FE730B2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814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Plan B: Stable Demo Today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72DDB6-2721-47D3-BD6E-D8A5A27C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00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1EB398-4914-4904-B093-59D770117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00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8395F0-31F3-4DEA-9714-B72AFD583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267200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Preloaded xAI / Grok signal bank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B33F2F-6656-4470-A4C4-9BFBF8586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C7D172-1610-43E8-AF57-DEE09688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7200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9EC72-CEE5-4CC6-AFAC-7451077B0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29150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6 shelves × 9 raw signals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06E5DC-C5E0-4FFD-BB98-515286E6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4CCB77-AFEC-499C-BFFF-C94D7549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339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5998F-561D-4923-B061-A3BB93D0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91100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Full demo flow already works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97E6D0-D5F0-487D-8E9C-690D8AC3F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09950"/>
            <a:ext cx="47625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14288">
            <a:solidFill>
              <a:srgbClr val="5F514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5F3CF9-BB67-488D-85C9-F9D6F506B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09950"/>
            <a:ext cx="1143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12F08FF-E189-4FEC-A4D6-68BA2EFC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09950"/>
            <a:ext cx="4762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7E11CE6-4E35-4AB8-B2D2-E9FB785E4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814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150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Plan A: Real-Time Tomorrow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DA24B9-1A3D-4E26-ACC2-9EB86DDB0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100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D95AFBB-DE1A-48F6-993D-8CAC1BA70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2100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21F7D44-B2E4-4BE2-AA76-DE7B4D00F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267200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Grok / X API integration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44C7A7-7E44-4BD5-B862-9C37F2B0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7200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A64E28C-546E-4EC6-B197-826E59851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57200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A7A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CE167B-7F6A-4D67-9CE4-707B08E51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629150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Dynamic daily signal menu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FBB79AE-9DFA-4158-9D9A-94F1D1E6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33950"/>
            <a:ext cx="37147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8EE"/>
          </a:solidFill>
          <a:ln xmlns:a="http://schemas.openxmlformats.org/drawingml/2006/main" w="9525">
            <a:solidFill>
              <a:srgbClr val="D5C8B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E16226-BC38-4EA6-90ED-AE50B8384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933950"/>
            <a:ext cx="381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2617B6-A2AC-40C2-9481-691F959D9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991100"/>
            <a:ext cx="35433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Future 50×70mm label printing module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8866F65-11EA-493E-B86A-04A3BE5C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721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D8CDB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D8CDBE"/>
                </a:solidFill>
                <a:latin typeface="Aptos"/>
                <a:ea typeface="Aptos"/>
                <a:cs typeface="Aptos"/>
              </a:rPr>
              <a:t>Hackathon-safe now. Menu-native later.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1A22C20-79B4-4410-B6AA-2D8EE45B8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483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4A162-FF2C-49C6-B6A9-E69B2190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B38303-31C6-4C1E-8D98-C169138D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BEB4A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95699858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8768F75-B7F0-498C-9236-1DF5244C0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7a95b9a3ec4bd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9D32A5-5D2F-401C-85E3-0A5C857EB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191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>
              <a:alpha val="91765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C6D50E-C3F7-4453-9A1A-9EA6E01E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8572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0E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" name="kicker-08-marker">
            <a:extLst xmlns:a="http://schemas.openxmlformats.org/drawingml/2006/main">
              <a:ext uri="{FF2B5EF4-FFF2-40B4-BE49-F238E27FC236}">
                <a16:creationId xmlns:a16="http://schemas.microsoft.com/office/drawing/2014/main" id="{E87444E2-3E02-4BEC-82D8-E1010E727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3"/>
            <a:ext cx="2667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kicker-08-label">
            <a:extLst xmlns:a="http://schemas.openxmlformats.org/drawingml/2006/main">
              <a:ext uri="{FF2B5EF4-FFF2-40B4-BE49-F238E27FC236}">
                <a16:creationId xmlns:a16="http://schemas.microsoft.com/office/drawing/2014/main" id="{DB28C994-C36D-402A-8608-BC95E8BA2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3340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15100D"/>
                </a:solidFill>
                <a:latin typeface="Aptos Mono"/>
                <a:ea typeface="Aptos Mono"/>
                <a:cs typeface="Aptos Mono"/>
              </a:rPr>
              <a:t>CLOSING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61C40F-59AC-4D0A-AB2B-F3690FC9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43000"/>
            <a:ext cx="5124450" cy="1924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Don’t Read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the Age.</a:t>
            </a:r>
          </a:p>
          <a:p xmlns:a="http://schemas.openxmlformats.org/drawingml/2006/main">
            <a:pPr algn="l">
              <a:defRPr sz="4350" b="1">
                <a:solidFill>
                  <a:srgbClr val="15100D"/>
                </a:solidFill>
                <a:latin typeface="Georgia"/>
                <a:ea typeface="Georgia"/>
                <a:cs typeface="Georgia"/>
              </a:defRPr>
            </a:pPr>
            <a:r>
              <a:rPr sz="4350" b="1">
                <a:solidFill>
                  <a:srgbClr val="15100D"/>
                </a:solidFill>
                <a:latin typeface="Georgia"/>
                <a:ea typeface="Georgia"/>
                <a:cs typeface="Georgia"/>
              </a:rPr>
              <a:t>Drink It.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1AD58A-C8B3-4535-8182-8C8434215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7434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80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不要只是阅读时代，把它喝下去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D3AC3A-F20C-484B-81D5-2014AF67E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6715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defRPr>
            </a:pPr>
            <a:r>
              <a:rPr sz="1350" b="1">
                <a:solidFill>
                  <a:srgbClr val="241913"/>
                </a:solidFill>
                <a:latin typeface="Aptos Mono"/>
                <a:ea typeface="Aptos Mono"/>
                <a:cs typeface="Aptos Mono"/>
              </a:rPr>
              <a:t>order → extract → personalize → brew → label → pick up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84580-98BC-4AA3-B18D-8FF238093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76750"/>
            <a:ext cx="2857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1350" b="0">
                <a:solidFill>
                  <a:srgbClr val="241913"/>
                </a:solidFill>
                <a:latin typeface="Microsoft YaHei UI"/>
                <a:ea typeface="Microsoft YaHei UI"/>
                <a:cs typeface="Microsoft YaHei UI"/>
              </a:rPr>
              <a:t>Time Slice Coffee 让人们不只是刷到信息，而是带走一杯属于自己的时代切片。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418625-C5C3-469D-8752-158195CAC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2152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9EF"/>
          </a:solidFill>
          <a:ln xmlns:a="http://schemas.openxmlformats.org/drawingml/2006/main" w="12383">
            <a:solidFill>
              <a:srgbClr val="15100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5E17CC7-0237-441E-A219-7CBB2FA8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20383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2FD112-260F-442E-887A-BBD945F6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29050"/>
            <a:ext cx="1182243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97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AA2919-8A9E-49EA-9B71-3119CDF1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838575"/>
            <a:ext cx="1714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6BA5CC8-A93C-4B47-8624-F8D46D5A3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7493" y="3838575"/>
            <a:ext cx="652272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F8F0E6"/>
                </a:solidFill>
                <a:latin typeface="Aptos Mono"/>
                <a:ea typeface="Aptos Mono"/>
                <a:cs typeface="Aptos Mono"/>
              </a:rPr>
              <a:t>PICK UP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E44903-1669-486C-9F24-8E9C462D4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1529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C04618-C6B0-4749-B5F4-4F622FB1C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2195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SHELF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423254-ED8D-4799-9A7C-A2C3134ED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2005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AI Frontier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8C3763-9A62-44B6-9040-006998EF0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3910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45AAB2C-655B-4017-8A34-51B2B1007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4577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PERSONA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1BBC0C-0A6A-483E-8493-0ED194460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4386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Builder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300C17-F93C-4063-9D05-A6A00945D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2915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8CFCB3-D179-480E-B9CD-AEAF379E0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9582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DENSITY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6E45C8-62A1-4271-98D6-AA8B0EF53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67677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Regular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440795-C86D-4269-AAD0-5BFEA9A6D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6727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56585AD-9B81-4C02-96DA-BDECD10B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93395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SERVED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E508EF-1C07-4634-AF54-67A8ECFE5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491490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Iced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E530D6-E89B-41A4-88C6-13F52C7D2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105400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74553C-E2F9-4884-ADF7-E61EE27C3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172075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BREW RESULT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BD475FC-B3A8-4530-8244-121AD964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153025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What it means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204045-E4B0-4F22-ADD5-9C4D9D715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343525"/>
            <a:ext cx="20383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30694A-352A-46F0-86CA-C2E46E7BE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410200"/>
            <a:ext cx="713422" cy="1095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615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TAKEAWAY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0338EF-845D-4E92-80FB-A2164F4FC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9823" y="5391150"/>
            <a:ext cx="1121093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765" b="1">
                <a:solidFill>
                  <a:srgbClr val="15100D"/>
                </a:solidFill>
                <a:latin typeface="Aptos"/>
                <a:ea typeface="Aptos"/>
                <a:cs typeface="Aptos"/>
              </a:defRPr>
            </a:pPr>
            <a:r>
              <a:rPr sz="765" b="1">
                <a:solidFill>
                  <a:srgbClr val="15100D"/>
                </a:solidFill>
                <a:latin typeface="Aptos"/>
                <a:ea typeface="Aptos"/>
                <a:cs typeface="Aptos"/>
              </a:rPr>
              <a:t>Carry it away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C0AD49A-FF9A-4DB4-84C3-771E0E90A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B0CAB0-8583-422D-ACA2-6394F81B9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19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3665A8-C6F7-4DED-B176-65E9E2A77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B42A430-7752-461C-9703-8C13319A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67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F35A13-D9E4-4599-833D-D5FC4BF26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482EC49-FC9D-4729-BF3F-63C02F1B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14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E2ECD7-46CC-47E9-9371-A530B7DC1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4966CB7-C04A-4B02-B447-609B4BC77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62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3708C97-2D59-4C0A-9FA2-0CA7F0C51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2288A26-9353-4A97-8892-6E13082D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103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87293B5-08D5-4AC2-942B-FBC9084B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7B3A3F-B6B8-4D39-8ABE-27EA875A1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581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DE4B274-A3EF-42B3-8F77-9EA6CEC71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5657850"/>
            <a:ext cx="3238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7BB2110-C177-49EA-88F0-92B2CF37F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0588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68B1447-B5A3-46C8-B6AE-AA533C1F8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7F6A823-0444-4911-8DB2-034E96A52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5363" y="5657850"/>
            <a:ext cx="1714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00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36B22C7-360A-49FB-BDF6-F95EA0A80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48325"/>
            <a:ext cx="1333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5482E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C23C64-34C0-4D1A-BA12-386084880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19700"/>
            <a:ext cx="2952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你今日 fo 了</a:t>
            </a:r>
          </a:p>
          <a:p xmlns:a="http://schemas.openxmlformats.org/drawingml/2006/main">
            <a:pPr algn="l">
              <a:def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defRPr>
            </a:pPr>
            <a:r>
              <a:rPr sz="2550" b="1">
                <a:solidFill>
                  <a:srgbClr val="B5482E"/>
                </a:solidFill>
                <a:latin typeface="Microsoft YaHei UI"/>
                <a:ea typeface="Microsoft YaHei UI"/>
                <a:cs typeface="Microsoft YaHei UI"/>
              </a:rPr>
              <a:t>mo？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21E8ABE-61A4-46AE-AEB5-35B790B31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05550"/>
            <a:ext cx="342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C8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2EE3852-3EA3-42A0-BFF9-DB5E08C1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210300"/>
            <a:ext cx="200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75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TIME SLICE COFFEE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2327607-8C16-4C95-81BF-94F9149E5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0400" y="6210300"/>
            <a:ext cx="6858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defRPr>
            </a:pPr>
            <a:r>
              <a:rPr sz="900" b="1">
                <a:solidFill>
                  <a:srgbClr val="8C8175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797301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2026-05-30T09:01:49.8800000Z</dcterms:created>
  <dcterms:modified xsi:type="dcterms:W3CDTF">2026-05-30T09:01:49.8800000Z</dcterms:modified>
</coreProperties>
</file>